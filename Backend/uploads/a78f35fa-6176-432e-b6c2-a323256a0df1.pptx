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21"/>
  </p:notesMasterIdLst>
  <p:sldIdLst>
    <p:sldId id="256" r:id="rId2"/>
    <p:sldId id="283" r:id="rId3"/>
    <p:sldId id="280" r:id="rId4"/>
    <p:sldId id="281" r:id="rId5"/>
    <p:sldId id="282" r:id="rId6"/>
    <p:sldId id="284" r:id="rId7"/>
    <p:sldId id="285" r:id="rId8"/>
    <p:sldId id="447" r:id="rId9"/>
    <p:sldId id="286" r:id="rId10"/>
    <p:sldId id="288" r:id="rId11"/>
    <p:sldId id="448" r:id="rId12"/>
    <p:sldId id="289" r:id="rId13"/>
    <p:sldId id="292" r:id="rId14"/>
    <p:sldId id="287" r:id="rId15"/>
    <p:sldId id="444" r:id="rId16"/>
    <p:sldId id="300" r:id="rId17"/>
    <p:sldId id="301" r:id="rId18"/>
    <p:sldId id="307" r:id="rId19"/>
    <p:sldId id="305" r:id="rId2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gIfgr8mz0h5oJT84AK2itezMzV3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7377635-EB9D-4884-B79A-0D259F93817B}">
  <a:tblStyle styleId="{97377635-EB9D-4884-B79A-0D259F93817B}"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9E9"/>
          </a:solidFill>
        </a:fill>
      </a:tcStyle>
    </a:wholeTbl>
    <a:band1H>
      <a:tcTxStyle/>
      <a:tcStyle>
        <a:tcBdr/>
        <a:fill>
          <a:solidFill>
            <a:srgbClr val="D0D0D0"/>
          </a:solidFill>
        </a:fill>
      </a:tcStyle>
    </a:band1H>
    <a:band2H>
      <a:tcTxStyle/>
      <a:tcStyle>
        <a:tcBdr/>
      </a:tcStyle>
    </a:band2H>
    <a:band1V>
      <a:tcTxStyle/>
      <a:tcStyle>
        <a:tcBdr/>
        <a:fill>
          <a:solidFill>
            <a:srgbClr val="D0D0D0"/>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184" autoAdjust="0"/>
  </p:normalViewPr>
  <p:slideViewPr>
    <p:cSldViewPr snapToGrid="0">
      <p:cViewPr varScale="1">
        <p:scale>
          <a:sx n="71" d="100"/>
          <a:sy n="71" d="100"/>
        </p:scale>
        <p:origin x="48" y="571"/>
      </p:cViewPr>
      <p:guideLst>
        <p:guide orient="horz" pos="162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51"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4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9308111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1" name="Google Shape;9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452151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00AA9E-45AA-4AC2-8AA2-7DA856E9A7A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86550A3-8119-6875-5A21-C5D3DA1F866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C1F8D45D-F0E2-4C9E-7AD4-3CC086F6FF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518280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889BB20D-1518-9F15-1CCE-CE578D870760}"/>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1B2C4164-46C2-3D2D-CC97-C7EB21B410E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945A4AC1-BC45-B230-13DC-073DE8430F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385904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AE3C6B5E-FCDB-9EF8-CC17-386914C32A78}"/>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9253D92-9448-ACDA-7653-E48E9D40B73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10C9986F-9DA2-F02D-1CFE-06C0DD4719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665213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1CEEC2A2-5045-C8AA-B002-355B24458371}"/>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581B6245-5BBB-16FB-ECF7-BE540D794DE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3B0520E2-8841-7816-E1D9-1883FCB49B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057644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9D8B882-0A42-A997-B7C2-B7E4A790F75B}"/>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C0D5EBF7-7AF6-6579-8561-57B613E9489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4533F13B-1510-E87D-A49C-D1857BE0DD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262007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18896A3-CA15-4C87-8FB7-24487FE577F1}"/>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9BF4E4D-8363-3E77-BFA5-048BFD297EF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F1179ABD-E767-1A65-FB79-9B790ADA68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170333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E744BD3-2273-63E8-B289-EF3B2B107EB5}"/>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F32C7BD-C65E-21E0-A5D7-96E9D60193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256D67B-D43A-765B-55B7-6128E93806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418237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CC7291-0158-2CF9-E3E7-C104BA87632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B9D57E8-6C07-996D-1CC3-BF44C62ABF1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91E2C0C-79EA-9DB7-B0A8-4CEF2F72D7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456188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userDrawn="1">
  <p:cSld name="OBJECT">
    <p:spTree>
      <p:nvGrpSpPr>
        <p:cNvPr id="1" name="Shape 9"/>
        <p:cNvGrpSpPr/>
        <p:nvPr/>
      </p:nvGrpSpPr>
      <p:grpSpPr>
        <a:xfrm>
          <a:off x="0" y="0"/>
          <a:ext cx="0" cy="0"/>
          <a:chOff x="0" y="0"/>
          <a:chExt cx="0" cy="0"/>
        </a:xfrm>
      </p:grpSpPr>
      <p:sp>
        <p:nvSpPr>
          <p:cNvPr id="11" name="Google Shape;11;p29"/>
          <p:cNvSpPr txBox="1">
            <a:spLocks noGrp="1"/>
          </p:cNvSpPr>
          <p:nvPr>
            <p:ph type="body" idx="1"/>
          </p:nvPr>
        </p:nvSpPr>
        <p:spPr>
          <a:xfrm>
            <a:off x="914400" y="1314450"/>
            <a:ext cx="8001000" cy="3372000"/>
          </a:xfrm>
          <a:prstGeom prst="rect">
            <a:avLst/>
          </a:prstGeom>
          <a:noFill/>
          <a:ln>
            <a:noFill/>
          </a:ln>
        </p:spPr>
        <p:txBody>
          <a:bodyPr spcFirstLastPara="1" wrap="square" lIns="91425" tIns="45700" rIns="91425" bIns="45700" anchor="t" anchorCtr="0">
            <a:normAutofit/>
          </a:bodyPr>
          <a:lstStyle>
            <a:lvl1pPr marL="457200" marR="0" lvl="0" indent="-381000" algn="l">
              <a:lnSpc>
                <a:spcPct val="115000"/>
              </a:lnSpc>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15000"/>
              </a:lnSpc>
              <a:spcBef>
                <a:spcPts val="1200"/>
              </a:spcBef>
              <a:spcAft>
                <a:spcPts val="120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3" name="Picture 2" descr="A red rectangular sign with a logo and a globe&#10;&#10;AI-generated content may be incorrect.">
            <a:extLst>
              <a:ext uri="{FF2B5EF4-FFF2-40B4-BE49-F238E27FC236}">
                <a16:creationId xmlns:a16="http://schemas.microsoft.com/office/drawing/2014/main" id="{E3B45E01-6076-AFEE-F2AB-CE7DAC5DAF07}"/>
              </a:ext>
            </a:extLst>
          </p:cNvPr>
          <p:cNvPicPr>
            <a:picLocks noChangeAspect="1"/>
          </p:cNvPicPr>
          <p:nvPr userDrawn="1"/>
        </p:nvPicPr>
        <p:blipFill>
          <a:blip r:embed="rId2"/>
          <a:stretch>
            <a:fillRect/>
          </a:stretch>
        </p:blipFill>
        <p:spPr>
          <a:xfrm>
            <a:off x="30906" y="22034"/>
            <a:ext cx="652311" cy="104895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5F213-031A-95AD-897E-DD31668ADECA}"/>
              </a:ext>
            </a:extLst>
          </p:cNvPr>
          <p:cNvSpPr>
            <a:spLocks noGrp="1"/>
          </p:cNvSpPr>
          <p:nvPr>
            <p:ph type="title"/>
          </p:nvPr>
        </p:nvSpPr>
        <p:spPr>
          <a:xfrm>
            <a:off x="311700" y="445025"/>
            <a:ext cx="8520600" cy="572700"/>
          </a:xfrm>
          <a:prstGeom prst="rect">
            <a:avLst/>
          </a:prstGeom>
        </p:spPr>
        <p:txBody>
          <a:bodyPr/>
          <a:lstStyle/>
          <a:p>
            <a:r>
              <a:rPr lang="en-US"/>
              <a:t>Click to edit Master title style</a:t>
            </a:r>
            <a:endParaRPr lang="en-IN"/>
          </a:p>
        </p:txBody>
      </p:sp>
      <p:sp>
        <p:nvSpPr>
          <p:cNvPr id="3" name="Slide Number Placeholder 2">
            <a:extLst>
              <a:ext uri="{FF2B5EF4-FFF2-40B4-BE49-F238E27FC236}">
                <a16:creationId xmlns:a16="http://schemas.microsoft.com/office/drawing/2014/main" id="{1CEDF7FE-8238-E952-EC20-938FFD7042D7}"/>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512725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24"/>
        <p:cNvGrpSpPr/>
        <p:nvPr/>
      </p:nvGrpSpPr>
      <p:grpSpPr>
        <a:xfrm>
          <a:off x="0" y="0"/>
          <a:ext cx="0" cy="0"/>
          <a:chOff x="0" y="0"/>
          <a:chExt cx="0" cy="0"/>
        </a:xfrm>
      </p:grpSpPr>
      <p:grpSp>
        <p:nvGrpSpPr>
          <p:cNvPr id="25" name="Google Shape;25;p32"/>
          <p:cNvGrpSpPr/>
          <p:nvPr/>
        </p:nvGrpSpPr>
        <p:grpSpPr>
          <a:xfrm>
            <a:off x="830392" y="1191256"/>
            <a:ext cx="745763" cy="45826"/>
            <a:chOff x="4580561" y="2589004"/>
            <a:chExt cx="1064464" cy="25200"/>
          </a:xfrm>
        </p:grpSpPr>
        <p:sp>
          <p:nvSpPr>
            <p:cNvPr id="26" name="Google Shape;26;p32"/>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32"/>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8" name="Google Shape;28;p32"/>
          <p:cNvSpPr txBox="1">
            <a:spLocks noGrp="1"/>
          </p:cNvSpPr>
          <p:nvPr>
            <p:ph type="title"/>
          </p:nvPr>
        </p:nvSpPr>
        <p:spPr>
          <a:xfrm>
            <a:off x="729450" y="1322450"/>
            <a:ext cx="7688400" cy="1518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29" name="Google Shape;29;p32"/>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33"/>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2" name="Google Shape;32;p33"/>
          <p:cNvGrpSpPr/>
          <p:nvPr/>
        </p:nvGrpSpPr>
        <p:grpSpPr>
          <a:xfrm>
            <a:off x="830392" y="1191256"/>
            <a:ext cx="745763" cy="45826"/>
            <a:chOff x="4580561" y="2589004"/>
            <a:chExt cx="1064464" cy="25200"/>
          </a:xfrm>
        </p:grpSpPr>
        <p:sp>
          <p:nvSpPr>
            <p:cNvPr id="33" name="Google Shape;33;p33"/>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33"/>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5" name="Google Shape;35;p33"/>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36" name="Google Shape;36;p33"/>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37" name="Google Shape;37;p33"/>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3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0" name="Google Shape;40;p34"/>
          <p:cNvGrpSpPr/>
          <p:nvPr/>
        </p:nvGrpSpPr>
        <p:grpSpPr>
          <a:xfrm>
            <a:off x="830392" y="1191256"/>
            <a:ext cx="745763" cy="45826"/>
            <a:chOff x="4580561" y="2589004"/>
            <a:chExt cx="1064464" cy="25200"/>
          </a:xfrm>
        </p:grpSpPr>
        <p:sp>
          <p:nvSpPr>
            <p:cNvPr id="41" name="Google Shape;41;p3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3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3" name="Google Shape;43;p34"/>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44" name="Google Shape;44;p34"/>
          <p:cNvSpPr txBox="1">
            <a:spLocks noGrp="1"/>
          </p:cNvSpPr>
          <p:nvPr>
            <p:ph type="body" idx="1"/>
          </p:nvPr>
        </p:nvSpPr>
        <p:spPr>
          <a:xfrm>
            <a:off x="729325"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5" name="Google Shape;45;p34"/>
          <p:cNvSpPr txBox="1">
            <a:spLocks noGrp="1"/>
          </p:cNvSpPr>
          <p:nvPr>
            <p:ph type="body" idx="2"/>
          </p:nvPr>
        </p:nvSpPr>
        <p:spPr>
          <a:xfrm>
            <a:off x="4643604"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6" name="Google Shape;46;p34"/>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4"/>
        <p:cNvGrpSpPr/>
        <p:nvPr/>
      </p:nvGrpSpPr>
      <p:grpSpPr>
        <a:xfrm>
          <a:off x="0" y="0"/>
          <a:ext cx="0" cy="0"/>
          <a:chOff x="0" y="0"/>
          <a:chExt cx="0" cy="0"/>
        </a:xfrm>
      </p:grpSpPr>
      <p:sp>
        <p:nvSpPr>
          <p:cNvPr id="55" name="Google Shape;55;p3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6" name="Google Shape;56;p36"/>
          <p:cNvGrpSpPr/>
          <p:nvPr/>
        </p:nvGrpSpPr>
        <p:grpSpPr>
          <a:xfrm>
            <a:off x="830392" y="1191256"/>
            <a:ext cx="745763" cy="45826"/>
            <a:chOff x="4580561" y="2589004"/>
            <a:chExt cx="1064464" cy="25200"/>
          </a:xfrm>
        </p:grpSpPr>
        <p:sp>
          <p:nvSpPr>
            <p:cNvPr id="57" name="Google Shape;57;p3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3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9" name="Google Shape;59;p36"/>
          <p:cNvSpPr txBox="1">
            <a:spLocks noGrp="1"/>
          </p:cNvSpPr>
          <p:nvPr>
            <p:ph type="title"/>
          </p:nvPr>
        </p:nvSpPr>
        <p:spPr>
          <a:xfrm>
            <a:off x="730000" y="1318650"/>
            <a:ext cx="3300900" cy="13815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60" name="Google Shape;60;p36"/>
          <p:cNvSpPr txBox="1">
            <a:spLocks noGrp="1"/>
          </p:cNvSpPr>
          <p:nvPr>
            <p:ph type="body" idx="1"/>
          </p:nvPr>
        </p:nvSpPr>
        <p:spPr>
          <a:xfrm>
            <a:off x="721225" y="2781725"/>
            <a:ext cx="3300900" cy="1597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61" name="Google Shape;61;p36"/>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62"/>
        <p:cNvGrpSpPr/>
        <p:nvPr/>
      </p:nvGrpSpPr>
      <p:grpSpPr>
        <a:xfrm>
          <a:off x="0" y="0"/>
          <a:ext cx="0" cy="0"/>
          <a:chOff x="0" y="0"/>
          <a:chExt cx="0" cy="0"/>
        </a:xfrm>
      </p:grpSpPr>
      <p:grpSp>
        <p:nvGrpSpPr>
          <p:cNvPr id="63" name="Google Shape;63;p37"/>
          <p:cNvGrpSpPr/>
          <p:nvPr/>
        </p:nvGrpSpPr>
        <p:grpSpPr>
          <a:xfrm>
            <a:off x="830392" y="4169130"/>
            <a:ext cx="745763" cy="45826"/>
            <a:chOff x="4580561" y="2589004"/>
            <a:chExt cx="1064464" cy="25200"/>
          </a:xfrm>
        </p:grpSpPr>
        <p:sp>
          <p:nvSpPr>
            <p:cNvPr id="64" name="Google Shape;64;p37"/>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37"/>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6" name="Google Shape;66;p37"/>
          <p:cNvSpPr txBox="1">
            <a:spLocks noGrp="1"/>
          </p:cNvSpPr>
          <p:nvPr>
            <p:ph type="title"/>
          </p:nvPr>
        </p:nvSpPr>
        <p:spPr>
          <a:xfrm>
            <a:off x="729450" y="864300"/>
            <a:ext cx="7021200" cy="29850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67" name="Google Shape;67;p37"/>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8"/>
        <p:cNvGrpSpPr/>
        <p:nvPr/>
      </p:nvGrpSpPr>
      <p:grpSpPr>
        <a:xfrm>
          <a:off x="0" y="0"/>
          <a:ext cx="0" cy="0"/>
          <a:chOff x="0" y="0"/>
          <a:chExt cx="0" cy="0"/>
        </a:xfrm>
      </p:grpSpPr>
      <p:sp>
        <p:nvSpPr>
          <p:cNvPr id="69" name="Google Shape;69;p38"/>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0" name="Google Shape;70;p38"/>
          <p:cNvGrpSpPr/>
          <p:nvPr/>
        </p:nvGrpSpPr>
        <p:grpSpPr>
          <a:xfrm>
            <a:off x="830392" y="1191256"/>
            <a:ext cx="745763" cy="45826"/>
            <a:chOff x="4580561" y="2589004"/>
            <a:chExt cx="1064464" cy="25200"/>
          </a:xfrm>
        </p:grpSpPr>
        <p:sp>
          <p:nvSpPr>
            <p:cNvPr id="71" name="Google Shape;71;p38"/>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38"/>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3" name="Google Shape;73;p38"/>
          <p:cNvSpPr txBox="1">
            <a:spLocks noGrp="1"/>
          </p:cNvSpPr>
          <p:nvPr>
            <p:ph type="title"/>
          </p:nvPr>
        </p:nvSpPr>
        <p:spPr>
          <a:xfrm>
            <a:off x="730000" y="1318650"/>
            <a:ext cx="3300900" cy="1687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74" name="Google Shape;74;p38"/>
          <p:cNvSpPr txBox="1">
            <a:spLocks noGrp="1"/>
          </p:cNvSpPr>
          <p:nvPr>
            <p:ph type="subTitle" idx="1"/>
          </p:nvPr>
        </p:nvSpPr>
        <p:spPr>
          <a:xfrm>
            <a:off x="724950" y="3161525"/>
            <a:ext cx="3300900" cy="7590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75" name="Google Shape;75;p38"/>
          <p:cNvSpPr txBox="1">
            <a:spLocks noGrp="1"/>
          </p:cNvSpPr>
          <p:nvPr>
            <p:ph type="body" idx="2"/>
          </p:nvPr>
        </p:nvSpPr>
        <p:spPr>
          <a:xfrm>
            <a:off x="5174225" y="1352625"/>
            <a:ext cx="3374400" cy="3025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76" name="Google Shape;76;p3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7"/>
        <p:cNvGrpSpPr/>
        <p:nvPr/>
      </p:nvGrpSpPr>
      <p:grpSpPr>
        <a:xfrm>
          <a:off x="0" y="0"/>
          <a:ext cx="0" cy="0"/>
          <a:chOff x="0" y="0"/>
          <a:chExt cx="0" cy="0"/>
        </a:xfrm>
      </p:grpSpPr>
      <p:sp>
        <p:nvSpPr>
          <p:cNvPr id="78" name="Google Shape;78;p39"/>
          <p:cNvSpPr txBox="1">
            <a:spLocks noGrp="1"/>
          </p:cNvSpPr>
          <p:nvPr>
            <p:ph type="body" idx="1"/>
          </p:nvPr>
        </p:nvSpPr>
        <p:spPr>
          <a:xfrm>
            <a:off x="724950" y="4372551"/>
            <a:ext cx="7697400" cy="4605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300"/>
              <a:buNone/>
              <a:defRPr/>
            </a:lvl1pPr>
          </a:lstStyle>
          <a:p>
            <a:endParaRPr/>
          </a:p>
        </p:txBody>
      </p:sp>
      <p:sp>
        <p:nvSpPr>
          <p:cNvPr id="79" name="Google Shape;79;p39"/>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80"/>
        <p:cNvGrpSpPr/>
        <p:nvPr/>
      </p:nvGrpSpPr>
      <p:grpSpPr>
        <a:xfrm>
          <a:off x="0" y="0"/>
          <a:ext cx="0" cy="0"/>
          <a:chOff x="0" y="0"/>
          <a:chExt cx="0" cy="0"/>
        </a:xfrm>
      </p:grpSpPr>
      <p:grpSp>
        <p:nvGrpSpPr>
          <p:cNvPr id="81" name="Google Shape;81;p40"/>
          <p:cNvGrpSpPr/>
          <p:nvPr/>
        </p:nvGrpSpPr>
        <p:grpSpPr>
          <a:xfrm>
            <a:off x="830392" y="4169130"/>
            <a:ext cx="745763" cy="45826"/>
            <a:chOff x="4580561" y="2589004"/>
            <a:chExt cx="1064464" cy="25200"/>
          </a:xfrm>
        </p:grpSpPr>
        <p:sp>
          <p:nvSpPr>
            <p:cNvPr id="82" name="Google Shape;82;p40"/>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40"/>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4" name="Google Shape;84;p40"/>
          <p:cNvSpPr txBox="1">
            <a:spLocks noGrp="1"/>
          </p:cNvSpPr>
          <p:nvPr>
            <p:ph type="title" hasCustomPrompt="1"/>
          </p:nvPr>
        </p:nvSpPr>
        <p:spPr>
          <a:xfrm>
            <a:off x="729450" y="733950"/>
            <a:ext cx="7688400" cy="124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85" name="Google Shape;85;p40"/>
          <p:cNvSpPr txBox="1">
            <a:spLocks noGrp="1"/>
          </p:cNvSpPr>
          <p:nvPr>
            <p:ph type="body" idx="1"/>
          </p:nvPr>
        </p:nvSpPr>
        <p:spPr>
          <a:xfrm>
            <a:off x="729450" y="2272888"/>
            <a:ext cx="7688400" cy="15804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Clr>
                <a:schemeClr val="lt1"/>
              </a:buClr>
              <a:buSzPts val="1300"/>
              <a:buChar char="●"/>
              <a:defRPr>
                <a:solidFill>
                  <a:schemeClr val="lt1"/>
                </a:solidFill>
              </a:defRPr>
            </a:lvl1pPr>
            <a:lvl2pPr marL="914400" lvl="1" indent="-298450" algn="l">
              <a:lnSpc>
                <a:spcPct val="115000"/>
              </a:lnSpc>
              <a:spcBef>
                <a:spcPts val="0"/>
              </a:spcBef>
              <a:spcAft>
                <a:spcPts val="0"/>
              </a:spcAft>
              <a:buClr>
                <a:schemeClr val="lt1"/>
              </a:buClr>
              <a:buSzPts val="1100"/>
              <a:buChar char="○"/>
              <a:defRPr>
                <a:solidFill>
                  <a:schemeClr val="lt1"/>
                </a:solidFill>
              </a:defRPr>
            </a:lvl2pPr>
            <a:lvl3pPr marL="1371600" lvl="2" indent="-298450" algn="l">
              <a:lnSpc>
                <a:spcPct val="115000"/>
              </a:lnSpc>
              <a:spcBef>
                <a:spcPts val="0"/>
              </a:spcBef>
              <a:spcAft>
                <a:spcPts val="0"/>
              </a:spcAft>
              <a:buClr>
                <a:schemeClr val="lt1"/>
              </a:buClr>
              <a:buSzPts val="1100"/>
              <a:buChar char="■"/>
              <a:defRPr>
                <a:solidFill>
                  <a:schemeClr val="lt1"/>
                </a:solidFill>
              </a:defRPr>
            </a:lvl3pPr>
            <a:lvl4pPr marL="1828800" lvl="3" indent="-298450" algn="l">
              <a:lnSpc>
                <a:spcPct val="115000"/>
              </a:lnSpc>
              <a:spcBef>
                <a:spcPts val="0"/>
              </a:spcBef>
              <a:spcAft>
                <a:spcPts val="0"/>
              </a:spcAft>
              <a:buClr>
                <a:schemeClr val="lt1"/>
              </a:buClr>
              <a:buSzPts val="1100"/>
              <a:buChar char="●"/>
              <a:defRPr>
                <a:solidFill>
                  <a:schemeClr val="lt1"/>
                </a:solidFill>
              </a:defRPr>
            </a:lvl4pPr>
            <a:lvl5pPr marL="2286000" lvl="4" indent="-298450" algn="l">
              <a:lnSpc>
                <a:spcPct val="115000"/>
              </a:lnSpc>
              <a:spcBef>
                <a:spcPts val="0"/>
              </a:spcBef>
              <a:spcAft>
                <a:spcPts val="0"/>
              </a:spcAft>
              <a:buClr>
                <a:schemeClr val="lt1"/>
              </a:buClr>
              <a:buSzPts val="1100"/>
              <a:buChar char="○"/>
              <a:defRPr>
                <a:solidFill>
                  <a:schemeClr val="lt1"/>
                </a:solidFill>
              </a:defRPr>
            </a:lvl5pPr>
            <a:lvl6pPr marL="2743200" lvl="5" indent="-298450" algn="l">
              <a:lnSpc>
                <a:spcPct val="115000"/>
              </a:lnSpc>
              <a:spcBef>
                <a:spcPts val="0"/>
              </a:spcBef>
              <a:spcAft>
                <a:spcPts val="0"/>
              </a:spcAft>
              <a:buClr>
                <a:schemeClr val="lt1"/>
              </a:buClr>
              <a:buSzPts val="1100"/>
              <a:buChar char="■"/>
              <a:defRPr>
                <a:solidFill>
                  <a:schemeClr val="lt1"/>
                </a:solidFill>
              </a:defRPr>
            </a:lvl6pPr>
            <a:lvl7pPr marL="3200400" lvl="6" indent="-298450" algn="l">
              <a:lnSpc>
                <a:spcPct val="115000"/>
              </a:lnSpc>
              <a:spcBef>
                <a:spcPts val="0"/>
              </a:spcBef>
              <a:spcAft>
                <a:spcPts val="0"/>
              </a:spcAft>
              <a:buClr>
                <a:schemeClr val="lt1"/>
              </a:buClr>
              <a:buSzPts val="1100"/>
              <a:buChar char="●"/>
              <a:defRPr>
                <a:solidFill>
                  <a:schemeClr val="lt1"/>
                </a:solidFill>
              </a:defRPr>
            </a:lvl7pPr>
            <a:lvl8pPr marL="3657600" lvl="7" indent="-298450" algn="l">
              <a:lnSpc>
                <a:spcPct val="115000"/>
              </a:lnSpc>
              <a:spcBef>
                <a:spcPts val="0"/>
              </a:spcBef>
              <a:spcAft>
                <a:spcPts val="0"/>
              </a:spcAft>
              <a:buClr>
                <a:schemeClr val="lt1"/>
              </a:buClr>
              <a:buSzPts val="1100"/>
              <a:buChar char="○"/>
              <a:defRPr>
                <a:solidFill>
                  <a:schemeClr val="lt1"/>
                </a:solidFill>
              </a:defRPr>
            </a:lvl8pPr>
            <a:lvl9pPr marL="4114800" lvl="8" indent="-298450" algn="l">
              <a:lnSpc>
                <a:spcPct val="115000"/>
              </a:lnSpc>
              <a:spcBef>
                <a:spcPts val="0"/>
              </a:spcBef>
              <a:spcAft>
                <a:spcPts val="0"/>
              </a:spcAft>
              <a:buClr>
                <a:schemeClr val="lt1"/>
              </a:buClr>
              <a:buSzPts val="1100"/>
              <a:buChar char="■"/>
              <a:defRPr>
                <a:solidFill>
                  <a:schemeClr val="lt1"/>
                </a:solidFill>
              </a:defRPr>
            </a:lvl9pPr>
          </a:lstStyle>
          <a:p>
            <a:endParaRPr/>
          </a:p>
        </p:txBody>
      </p:sp>
      <p:sp>
        <p:nvSpPr>
          <p:cNvPr id="86" name="Google Shape;86;p40"/>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0E067-05BA-3068-8F0D-B3C073B8031E}"/>
              </a:ext>
            </a:extLst>
          </p:cNvPr>
          <p:cNvSpPr>
            <a:spLocks noGrp="1"/>
          </p:cNvSpPr>
          <p:nvPr>
            <p:ph type="title"/>
          </p:nvPr>
        </p:nvSpPr>
        <p:spPr>
          <a:xfrm>
            <a:off x="311700" y="445025"/>
            <a:ext cx="8520600" cy="572700"/>
          </a:xfrm>
          <a:prstGeom prst="rect">
            <a:avLst/>
          </a:prstGeom>
        </p:spPr>
        <p:txBody>
          <a:bodyPr/>
          <a:lstStyle/>
          <a:p>
            <a:r>
              <a:rPr lang="en-US" dirty="0"/>
              <a:t>Click to edit Master title style</a:t>
            </a:r>
            <a:endParaRPr lang="en-IN" dirty="0"/>
          </a:p>
        </p:txBody>
      </p:sp>
      <p:sp>
        <p:nvSpPr>
          <p:cNvPr id="3" name="Slide Number Placeholder 2">
            <a:extLst>
              <a:ext uri="{FF2B5EF4-FFF2-40B4-BE49-F238E27FC236}">
                <a16:creationId xmlns:a16="http://schemas.microsoft.com/office/drawing/2014/main" id="{4399BB7D-4B8D-4670-0220-D1EB44F3B350}"/>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987500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90600" y="800100"/>
            <a:ext cx="7924800" cy="457200"/>
          </a:xfrm>
          <a:prstGeom prst="rect">
            <a:avLst/>
          </a:prstGeom>
          <a:scene3d>
            <a:camera prst="orthographicFront"/>
            <a:lightRig rig="threePt" dir="t"/>
          </a:scene3d>
          <a:sp3d>
            <a:bevelT prst="relaxedInset"/>
          </a:sp3d>
        </p:spPr>
        <p:txBody>
          <a:bodyPr anchor="ctr">
            <a:noAutofit/>
          </a:bodyPr>
          <a:lstStyle>
            <a:lvl1pPr>
              <a:defRPr sz="1800">
                <a:solidFill>
                  <a:schemeClr val="tx1"/>
                </a:solidFill>
              </a:defRPr>
            </a:lvl1pPr>
          </a:lstStyle>
          <a:p>
            <a:r>
              <a:rPr lang="en-US"/>
              <a:t>Click to edit Master title style</a:t>
            </a:r>
            <a:endParaRPr lang="en-US" dirty="0"/>
          </a:p>
        </p:txBody>
      </p:sp>
      <p:sp>
        <p:nvSpPr>
          <p:cNvPr id="3" name="Content Placeholder 2"/>
          <p:cNvSpPr>
            <a:spLocks noGrp="1"/>
          </p:cNvSpPr>
          <p:nvPr>
            <p:ph idx="1"/>
          </p:nvPr>
        </p:nvSpPr>
        <p:spPr>
          <a:xfrm>
            <a:off x="914400" y="1314450"/>
            <a:ext cx="8001000" cy="3371850"/>
          </a:xfrm>
          <a:prstGeom prst="rect">
            <a:avLst/>
          </a:prstGeom>
          <a:noFill/>
        </p:spPr>
        <p:txBody>
          <a:bodyPr>
            <a:normAutofit/>
          </a:bodyPr>
          <a:lstStyle>
            <a:lvl1pPr>
              <a:defRPr sz="1800"/>
            </a:lvl1pPr>
            <a:lvl2pPr>
              <a:defRPr sz="1500"/>
            </a:lvl2pPr>
            <a:lvl3pPr>
              <a:defRPr sz="1500"/>
            </a:lvl3pPr>
            <a:lvl4pPr>
              <a:defRPr sz="1350"/>
            </a:lvl4pPr>
            <a:lvl5pPr>
              <a:defRPr sz="13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653014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7" name="Google Shape;7;p2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endParaRPr/>
          </a:p>
        </p:txBody>
      </p:sp>
      <p:sp>
        <p:nvSpPr>
          <p:cNvPr id="8" name="Google Shape;8;p2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62" r:id="rId2"/>
    <p:sldLayoutId id="2147483652" r:id="rId3"/>
    <p:sldLayoutId id="2147483653" r:id="rId4"/>
    <p:sldLayoutId id="2147483654" r:id="rId5"/>
    <p:sldLayoutId id="2147483656" r:id="rId6"/>
    <p:sldLayoutId id="2147483657" r:id="rId7"/>
    <p:sldLayoutId id="2147483658" r:id="rId8"/>
    <p:sldLayoutId id="2147483659" r:id="rId9"/>
    <p:sldLayoutId id="2147483660" r:id="rId10"/>
    <p:sldLayoutId id="2147483663" r:id="rId11"/>
    <p:sldLayoutId id="2147483666"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wmf"/><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4.wmf"/><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7.wmf"/><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12.xml"/><Relationship Id="rId4" Type="http://schemas.openxmlformats.org/officeDocument/2006/relationships/image" Target="../media/image1.jp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hyperlink" Target="https://www.guru99.com/operating-system-tutorial.html" TargetMode="External"/><Relationship Id="rId3" Type="http://schemas.openxmlformats.org/officeDocument/2006/relationships/hyperlink" Target="https://www.includehelp.com/c-programming-questions/" TargetMode="External"/><Relationship Id="rId7" Type="http://schemas.openxmlformats.org/officeDocument/2006/relationships/hyperlink" Target="https://www.javatpoint.com/os-tutorial"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hyperlink" Target="https://www.tutorialspoint.com/operating_system/index.htm" TargetMode="External"/><Relationship Id="rId5" Type="http://schemas.openxmlformats.org/officeDocument/2006/relationships/hyperlink" Target="https://computing.llnl.gov/tutorials/" TargetMode="External"/><Relationship Id="rId4" Type="http://schemas.openxmlformats.org/officeDocument/2006/relationships/hyperlink" Target="https://www.studytonight.com/operating-system/" TargetMode="External"/><Relationship Id="rId9" Type="http://schemas.openxmlformats.org/officeDocument/2006/relationships/hyperlink" Target="https://www.geeksforgeeks.org/operating-systems/"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nptel.ac.in/courses/106105214"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1026" name="Picture 2" descr="Chandigarh University Archives - Worldwide Transcript"/>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66537" y="1217517"/>
            <a:ext cx="2782983" cy="2782983"/>
          </a:xfrm>
          <a:prstGeom prst="rect">
            <a:avLst/>
          </a:prstGeom>
          <a:noFill/>
          <a:extLst>
            <a:ext uri="{909E8E84-426E-40DD-AFC4-6F175D3DCCD1}">
              <a14:hiddenFill xmlns:a14="http://schemas.microsoft.com/office/drawing/2010/main">
                <a:solidFill>
                  <a:srgbClr val="FFFFFF"/>
                </a:solidFill>
              </a14:hiddenFill>
            </a:ext>
          </a:extLst>
        </p:spPr>
      </p:pic>
      <p:sp>
        <p:nvSpPr>
          <p:cNvPr id="93" name="Google Shape;93;p1"/>
          <p:cNvSpPr txBox="1"/>
          <p:nvPr/>
        </p:nvSpPr>
        <p:spPr>
          <a:xfrm>
            <a:off x="6572250" y="4881563"/>
            <a:ext cx="20574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4" name="Google Shape;94;p1"/>
          <p:cNvSpPr/>
          <p:nvPr/>
        </p:nvSpPr>
        <p:spPr>
          <a:xfrm rot="10800000" flipH="1">
            <a:off x="7796638" y="4287563"/>
            <a:ext cx="968400" cy="867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6" name="Google Shape;96;p1"/>
          <p:cNvSpPr/>
          <p:nvPr/>
        </p:nvSpPr>
        <p:spPr>
          <a:xfrm flipH="1">
            <a:off x="5284799" y="-48815"/>
            <a:ext cx="3859200" cy="4389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7" name="Google Shape;97;p1"/>
          <p:cNvSpPr/>
          <p:nvPr/>
        </p:nvSpPr>
        <p:spPr>
          <a:xfrm>
            <a:off x="1593056" y="1519145"/>
            <a:ext cx="5122200" cy="1185600"/>
          </a:xfrm>
          <a:prstGeom prst="rect">
            <a:avLst/>
          </a:prstGeom>
          <a:gradFill>
            <a:gsLst>
              <a:gs pos="0">
                <a:srgbClr val="FFFFFF">
                  <a:alpha val="0"/>
                </a:srgbClr>
              </a:gs>
              <a:gs pos="2659">
                <a:srgbClr val="FFFFFF">
                  <a:alpha val="0"/>
                </a:srgbClr>
              </a:gs>
              <a:gs pos="15000">
                <a:srgbClr val="FFFFFF">
                  <a:alpha val="33333"/>
                </a:srgbClr>
              </a:gs>
              <a:gs pos="51000">
                <a:schemeClr val="lt1"/>
              </a:gs>
              <a:gs pos="94000">
                <a:srgbClr val="FFFFFF">
                  <a:alpha val="33333"/>
                </a:srgbClr>
              </a:gs>
              <a:gs pos="100000">
                <a:srgbClr val="FFFFF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8" name="Google Shape;98;p1"/>
          <p:cNvSpPr/>
          <p:nvPr/>
        </p:nvSpPr>
        <p:spPr>
          <a:xfrm flipH="1">
            <a:off x="7360500" y="3929250"/>
            <a:ext cx="1774800" cy="12003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2" name="Google Shape;102;p1"/>
          <p:cNvSpPr txBox="1"/>
          <p:nvPr/>
        </p:nvSpPr>
        <p:spPr>
          <a:xfrm>
            <a:off x="710936" y="615553"/>
            <a:ext cx="8213400" cy="4326657"/>
          </a:xfrm>
          <a:prstGeom prst="rect">
            <a:avLst/>
          </a:prstGeom>
          <a:noFill/>
          <a:ln>
            <a:noFill/>
          </a:ln>
        </p:spPr>
        <p:txBody>
          <a:bodyPr spcFirstLastPara="1" wrap="square" lIns="91425" tIns="45700" rIns="91425" bIns="45700" anchor="t" anchorCtr="0">
            <a:spAutoFit/>
          </a:bodyPr>
          <a:lstStyle/>
          <a:p>
            <a:pPr algn="ctr">
              <a:lnSpc>
                <a:spcPct val="90000"/>
              </a:lnSpc>
              <a:buClr>
                <a:schemeClr val="dk1"/>
              </a:buClr>
              <a:buSzPts val="3200"/>
            </a:pPr>
            <a:r>
              <a:rPr lang="en-US" sz="32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UNIVERSITY INSTITUTE OF </a:t>
            </a:r>
            <a:r>
              <a:rPr lang="en-US" sz="3200" b="1" dirty="0">
                <a:latin typeface="Calibri" panose="020F0502020204030204" pitchFamily="34" charset="0"/>
                <a:ea typeface="Calibri" panose="020F0502020204030204" pitchFamily="34" charset="0"/>
                <a:cs typeface="Calibri" panose="020F0502020204030204" pitchFamily="34" charset="0"/>
              </a:rPr>
              <a:t>ENGINEERING</a:t>
            </a:r>
          </a:p>
          <a:p>
            <a:pPr marL="0" marR="0" lvl="0" indent="0" algn="ctr" rtl="0">
              <a:lnSpc>
                <a:spcPct val="90000"/>
              </a:lnSpc>
              <a:spcBef>
                <a:spcPts val="0"/>
              </a:spcBef>
              <a:spcAft>
                <a:spcPts val="0"/>
              </a:spcAft>
              <a:buClr>
                <a:schemeClr val="dk1"/>
              </a:buClr>
              <a:buSzPts val="3200"/>
              <a:buFont typeface="Arial Black"/>
              <a:buNone/>
            </a:pPr>
            <a:endParaRPr sz="105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a:p>
            <a:pPr algn="ctr" defTabSz="466725">
              <a:lnSpc>
                <a:spcPct val="90000"/>
              </a:lnSpc>
              <a:spcBef>
                <a:spcPct val="0"/>
              </a:spcBef>
              <a:spcAft>
                <a:spcPct val="35000"/>
              </a:spcAft>
            </a:pPr>
            <a:r>
              <a:rPr lang="en-US" sz="3200" b="1" dirty="0">
                <a:latin typeface="Calibri" panose="020F0502020204030204" pitchFamily="34" charset="0"/>
                <a:ea typeface="Calibri" panose="020F0502020204030204" pitchFamily="34" charset="0"/>
                <a:cs typeface="Calibri" panose="020F0502020204030204" pitchFamily="34" charset="0"/>
              </a:rPr>
              <a:t>COMPUTER SCIENCE &amp; ENGINEERING </a:t>
            </a:r>
          </a:p>
          <a:p>
            <a:pPr marL="130175" marR="133985" indent="-41275" algn="ctr">
              <a:lnSpc>
                <a:spcPct val="102000"/>
              </a:lnSpc>
              <a:spcBef>
                <a:spcPts val="60"/>
              </a:spcBef>
              <a:buNone/>
            </a:pPr>
            <a:r>
              <a:rPr lang="en-US" sz="3200" dirty="0">
                <a:latin typeface="Calibri" panose="020F0502020204030204" pitchFamily="34" charset="0"/>
                <a:ea typeface="Calibri" panose="020F0502020204030204" pitchFamily="34" charset="0"/>
                <a:cs typeface="Calibri" panose="020F0502020204030204" pitchFamily="34" charset="0"/>
              </a:rPr>
              <a:t>BACHELOR OF ENGINEERING</a:t>
            </a:r>
          </a:p>
          <a:p>
            <a:pPr marL="0" marR="0" lvl="0" indent="0" algn="ctr" rtl="0">
              <a:lnSpc>
                <a:spcPct val="90000"/>
              </a:lnSpc>
              <a:spcBef>
                <a:spcPts val="1120"/>
              </a:spcBef>
              <a:spcAft>
                <a:spcPts val="0"/>
              </a:spcAft>
              <a:buClr>
                <a:schemeClr val="dk1"/>
              </a:buClr>
              <a:buSzPts val="2800"/>
              <a:buFont typeface="Times New Roman"/>
              <a:buNone/>
            </a:pPr>
            <a:r>
              <a:rPr lang="en-US" sz="20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CSE/ 4</a:t>
            </a:r>
            <a:r>
              <a:rPr lang="en-US" sz="2000" b="0" i="0" u="none" strike="noStrike" cap="none" baseline="300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th</a:t>
            </a:r>
            <a:r>
              <a:rPr lang="en-US" sz="20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 SEMESTER</a:t>
            </a:r>
            <a:endParaRPr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lvl="0" algn="ctr">
              <a:lnSpc>
                <a:spcPct val="90000"/>
              </a:lnSpc>
              <a:spcBef>
                <a:spcPts val="980"/>
              </a:spcBef>
              <a:buClr>
                <a:schemeClr val="dk1"/>
              </a:buClr>
              <a:buSzPts val="2800"/>
            </a:pPr>
            <a:r>
              <a:rPr lang="en-US" sz="2400" dirty="0">
                <a:latin typeface="Calibri" panose="020F0502020204030204" pitchFamily="34" charset="0"/>
                <a:ea typeface="Calibri" panose="020F0502020204030204" pitchFamily="34" charset="0"/>
                <a:cs typeface="Calibri" panose="020F0502020204030204" pitchFamily="34" charset="0"/>
              </a:rPr>
              <a:t>OPERATING SYSTEM</a:t>
            </a:r>
            <a:r>
              <a:rPr lang="en-US" sz="24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a:t>
            </a:r>
            <a:r>
              <a:rPr lang="en-US" sz="2400" spc="-10" dirty="0">
                <a:latin typeface="Calibri" panose="020F0502020204030204" pitchFamily="34" charset="0"/>
                <a:ea typeface="Times New Roman" panose="02020603050405020304" pitchFamily="18" charset="0"/>
                <a:cs typeface="Times New Roman" panose="02020603050405020304" pitchFamily="18" charset="0"/>
              </a:rPr>
              <a:t>24CST-</a:t>
            </a:r>
            <a:r>
              <a:rPr lang="en-US" sz="2400" spc="-25" dirty="0">
                <a:latin typeface="Calibri" panose="020F0502020204030204" pitchFamily="34" charset="0"/>
                <a:ea typeface="Times New Roman" panose="02020603050405020304" pitchFamily="18" charset="0"/>
                <a:cs typeface="Times New Roman" panose="02020603050405020304" pitchFamily="18" charset="0"/>
              </a:rPr>
              <a:t>205/24ITT-205</a:t>
            </a:r>
            <a:r>
              <a:rPr lang="en-US" sz="24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a:t>
            </a:r>
            <a:endParaRPr sz="16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gn="ct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Unit No.3                    Chapter No. 3                   Lecture No.32                                      Topic :</a:t>
            </a:r>
            <a:r>
              <a:rPr lang="en-US" sz="1600" b="1" dirty="0">
                <a:solidFill>
                  <a:schemeClr val="bg2"/>
                </a:solidFill>
              </a:rPr>
              <a:t>RAID levels &amp; </a:t>
            </a:r>
            <a:br>
              <a:rPr lang="en-US" sz="1600" b="1" dirty="0">
                <a:solidFill>
                  <a:schemeClr val="bg2"/>
                </a:solidFill>
              </a:rPr>
            </a:br>
            <a:r>
              <a:rPr lang="en-US" sz="1600" b="1" dirty="0">
                <a:solidFill>
                  <a:schemeClr val="bg2"/>
                </a:solidFill>
              </a:rPr>
              <a:t>problems with RAID</a:t>
            </a:r>
            <a:r>
              <a:rPr lang="en-US" sz="1600" dirty="0">
                <a:solidFill>
                  <a:srgbClr val="C00000"/>
                </a:solidFill>
              </a:rPr>
              <a:t>. </a:t>
            </a:r>
            <a:r>
              <a:rPr lang="en-US" sz="1600" b="1" dirty="0">
                <a:solidFill>
                  <a:schemeClr val="bg2"/>
                </a:solidFill>
                <a:latin typeface="Calibri" panose="020F0502020204030204" pitchFamily="34" charset="0"/>
                <a:ea typeface="Calibri" panose="020F0502020204030204" pitchFamily="34" charset="0"/>
                <a:cs typeface="Calibri" panose="020F0502020204030204" pitchFamily="34" charset="0"/>
              </a:rPr>
              <a:t> </a:t>
            </a:r>
          </a:p>
          <a:p>
            <a:pPr algn="ct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Dr. Anu Kaushik                                                                                                                   Assistant Professor</a:t>
            </a:r>
            <a:endParaRPr lang="en-US" sz="3200" b="1" i="0" u="none" strike="noStrike" cap="none" dirty="0">
              <a:solidFill>
                <a:schemeClr val="bg2"/>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685E2170-6E52-163D-4579-180ED8258362}"/>
              </a:ext>
            </a:extLst>
          </p:cNvPr>
          <p:cNvSpPr txBox="1"/>
          <p:nvPr/>
        </p:nvSpPr>
        <p:spPr>
          <a:xfrm>
            <a:off x="5284800" y="0"/>
            <a:ext cx="3859199" cy="615553"/>
          </a:xfrm>
          <a:prstGeom prst="rect">
            <a:avLst/>
          </a:prstGeom>
          <a:noFill/>
        </p:spPr>
        <p:txBody>
          <a:bodyPr wrap="square" rtlCol="0">
            <a:spAutoFit/>
          </a:bodyPr>
          <a:lstStyle/>
          <a:p>
            <a:pPr algn="r"/>
            <a:r>
              <a:rPr lang="en-IN" sz="1800" b="1"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Academic Session 2025-26 </a:t>
            </a:r>
          </a:p>
          <a:p>
            <a:pPr algn="r"/>
            <a:r>
              <a:rPr lang="en-IN" sz="1600" b="1" dirty="0">
                <a:latin typeface="Calibri" panose="020F0502020204030204" pitchFamily="34" charset="0"/>
                <a:ea typeface="Calibri" panose="020F0502020204030204" pitchFamily="34" charset="0"/>
                <a:cs typeface="Calibri" panose="020F0502020204030204" pitchFamily="34" charset="0"/>
              </a:rPr>
              <a:t>EVEN Semester Jan-Jun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EF27945-C1E1-DDBF-6B5A-32A668D1B0E0}"/>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B82306DF-DC71-A9BC-8B35-D6290EE31CD4}"/>
              </a:ext>
            </a:extLst>
          </p:cNvPr>
          <p:cNvGrpSpPr/>
          <p:nvPr/>
        </p:nvGrpSpPr>
        <p:grpSpPr>
          <a:xfrm>
            <a:off x="592727" y="257450"/>
            <a:ext cx="8300849" cy="444600"/>
            <a:chOff x="0" y="6299"/>
            <a:chExt cx="5580934" cy="444600"/>
          </a:xfrm>
          <a:noFill/>
        </p:grpSpPr>
        <p:sp>
          <p:nvSpPr>
            <p:cNvPr id="109" name="Google Shape;109;p2">
              <a:extLst>
                <a:ext uri="{FF2B5EF4-FFF2-40B4-BE49-F238E27FC236}">
                  <a16:creationId xmlns:a16="http://schemas.microsoft.com/office/drawing/2014/main" id="{CFDB14A8-16BA-BF7C-C8D7-1E6DAD65FFC9}"/>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B1FC2D67-AE60-4AB2-F4BD-027A2C4342A0}"/>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Learning Objectives</a:t>
              </a:r>
            </a:p>
          </p:txBody>
        </p:sp>
      </p:grpSp>
      <p:sp>
        <p:nvSpPr>
          <p:cNvPr id="111" name="Google Shape;111;p2">
            <a:extLst>
              <a:ext uri="{FF2B5EF4-FFF2-40B4-BE49-F238E27FC236}">
                <a16:creationId xmlns:a16="http://schemas.microsoft.com/office/drawing/2014/main" id="{C2BF4C75-B6D5-0F71-7046-B3B05669B5D8}"/>
              </a:ext>
            </a:extLst>
          </p:cNvPr>
          <p:cNvSpPr txBox="1">
            <a:spLocks noGrp="1"/>
          </p:cNvSpPr>
          <p:nvPr>
            <p:ph type="body" idx="1"/>
          </p:nvPr>
        </p:nvSpPr>
        <p:spPr>
          <a:xfrm>
            <a:off x="1143000" y="2926080"/>
            <a:ext cx="8001000" cy="3373657"/>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endParaRPr sz="2400" b="0" i="0" u="none" dirty="0">
              <a:solidFill>
                <a:schemeClr val="bg2"/>
              </a:solidFill>
              <a:latin typeface="Times New Roman"/>
              <a:ea typeface="Times New Roman"/>
              <a:cs typeface="Times New Roman"/>
              <a:sym typeface="Times New Roman"/>
            </a:endParaRPr>
          </a:p>
        </p:txBody>
      </p:sp>
      <p:sp>
        <p:nvSpPr>
          <p:cNvPr id="2" name="Rectangle 1">
            <a:extLst>
              <a:ext uri="{FF2B5EF4-FFF2-40B4-BE49-F238E27FC236}">
                <a16:creationId xmlns:a16="http://schemas.microsoft.com/office/drawing/2014/main" id="{E0969339-F5BC-BD1C-090A-1C0E7BB94B3A}"/>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91B1F467-2732-5502-D521-EE02FAD3B6A8}"/>
              </a:ext>
            </a:extLst>
          </p:cNvPr>
          <p:cNvSpPr>
            <a:spLocks noChangeArrowheads="1"/>
          </p:cNvSpPr>
          <p:nvPr/>
        </p:nvSpPr>
        <p:spPr bwMode="auto">
          <a:xfrm>
            <a:off x="757500" y="1639748"/>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buClrTx/>
              <a:buFontTx/>
              <a:buChar char="•"/>
            </a:pPr>
            <a:endParaRPr lang="en-US" sz="1800" b="1" dirty="0"/>
          </a:p>
          <a:p>
            <a:pPr lvl="0" eaLnBrk="0" fontAlgn="base" hangingPunct="0">
              <a:spcBef>
                <a:spcPct val="0"/>
              </a:spcBef>
              <a:spcAft>
                <a:spcPct val="0"/>
              </a:spcAft>
              <a:buClrTx/>
              <a:buFontTx/>
              <a:buChar char="•"/>
            </a:pPr>
            <a:endParaRPr lang="en-US" altLang="en-US" sz="1800" dirty="0">
              <a:solidFill>
                <a:schemeClr val="tx1"/>
              </a:solidFill>
              <a:latin typeface="Arial" panose="020B0604020202020204" pitchFamily="34" charset="0"/>
            </a:endParaRPr>
          </a:p>
        </p:txBody>
      </p:sp>
      <p:sp>
        <p:nvSpPr>
          <p:cNvPr id="4" name="Rectangle 1">
            <a:extLst>
              <a:ext uri="{FF2B5EF4-FFF2-40B4-BE49-F238E27FC236}">
                <a16:creationId xmlns:a16="http://schemas.microsoft.com/office/drawing/2014/main" id="{779A0D1B-746C-DB5A-CE6A-E7B419D055B8}"/>
              </a:ext>
            </a:extLst>
          </p:cNvPr>
          <p:cNvSpPr>
            <a:spLocks noChangeArrowheads="1"/>
          </p:cNvSpPr>
          <p:nvPr/>
        </p:nvSpPr>
        <p:spPr bwMode="auto">
          <a:xfrm>
            <a:off x="438389" y="1911976"/>
            <a:ext cx="860952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2"/>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bg2"/>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2"/>
              </a:solidFill>
              <a:effectLst/>
              <a:latin typeface="Arial" panose="020B0604020202020204" pitchFamily="34" charset="0"/>
            </a:endParaRPr>
          </a:p>
        </p:txBody>
      </p:sp>
      <p:sp>
        <p:nvSpPr>
          <p:cNvPr id="5" name="Rectangle 1">
            <a:extLst>
              <a:ext uri="{FF2B5EF4-FFF2-40B4-BE49-F238E27FC236}">
                <a16:creationId xmlns:a16="http://schemas.microsoft.com/office/drawing/2014/main" id="{9F72E387-03A0-9A5A-AF67-793819EC2C89}"/>
              </a:ext>
            </a:extLst>
          </p:cNvPr>
          <p:cNvSpPr>
            <a:spLocks noChangeArrowheads="1"/>
          </p:cNvSpPr>
          <p:nvPr/>
        </p:nvSpPr>
        <p:spPr bwMode="auto">
          <a:xfrm>
            <a:off x="531698" y="2156251"/>
            <a:ext cx="842290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400" dirty="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p:sp>
        <p:nvSpPr>
          <p:cNvPr id="6" name="Rectangle 1">
            <a:extLst>
              <a:ext uri="{FF2B5EF4-FFF2-40B4-BE49-F238E27FC236}">
                <a16:creationId xmlns:a16="http://schemas.microsoft.com/office/drawing/2014/main" id="{B24E5995-64C3-5A8C-BF4C-E0BF11006544}"/>
              </a:ext>
            </a:extLst>
          </p:cNvPr>
          <p:cNvSpPr>
            <a:spLocks noChangeArrowheads="1"/>
          </p:cNvSpPr>
          <p:nvPr/>
        </p:nvSpPr>
        <p:spPr bwMode="auto">
          <a:xfrm>
            <a:off x="0" y="947250"/>
            <a:ext cx="9169833"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p>
            <a:pPr lvl="0" algn="just" eaLnBrk="0" fontAlgn="base" hangingPunct="0">
              <a:spcBef>
                <a:spcPct val="0"/>
              </a:spcBef>
              <a:spcAft>
                <a:spcPct val="0"/>
              </a:spcAft>
              <a:buClrTx/>
              <a:buFontTx/>
              <a:buChar char="•"/>
            </a:pPr>
            <a:r>
              <a:rPr lang="en-US" sz="2400" dirty="0">
                <a:latin typeface="Calibri" panose="020F0502020204030204" pitchFamily="34" charset="0"/>
                <a:ea typeface="Calibri" panose="020F0502020204030204" pitchFamily="34" charset="0"/>
                <a:cs typeface="Calibri" panose="020F0502020204030204" pitchFamily="34" charset="0"/>
              </a:rPr>
              <a:t>Students will be able to understand the concept and levels of RAID and explain how RAID improves disk performance, reliability, and fault tolerance.</a:t>
            </a:r>
          </a:p>
          <a:p>
            <a:pPr lvl="0" algn="just" eaLnBrk="0" fontAlgn="base" hangingPunct="0">
              <a:spcBef>
                <a:spcPct val="0"/>
              </a:spcBef>
              <a:spcAft>
                <a:spcPct val="0"/>
              </a:spcAft>
              <a:buClrTx/>
              <a:buFontTx/>
              <a:buChar char="•"/>
            </a:pPr>
            <a:r>
              <a:rPr lang="en-US" sz="2400" dirty="0">
                <a:latin typeface="Calibri" panose="020F0502020204030204" pitchFamily="34" charset="0"/>
                <a:ea typeface="Calibri" panose="020F0502020204030204" pitchFamily="34" charset="0"/>
                <a:cs typeface="Calibri" panose="020F0502020204030204" pitchFamily="34" charset="0"/>
              </a:rPr>
              <a:t>They will also be able to compare different RAID levels and select an appropriate RAID configuration based on performance and storage requirements</a:t>
            </a:r>
            <a:r>
              <a:rPr kumimoji="0" lang="en-US" altLang="en-US" sz="24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16397580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342" y="285750"/>
            <a:ext cx="2686050" cy="457200"/>
          </a:xfrm>
        </p:spPr>
        <p:txBody>
          <a:bodyPr/>
          <a:lstStyle/>
          <a:p>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RAID 1</a:t>
            </a:r>
          </a:p>
        </p:txBody>
      </p:sp>
      <p:sp>
        <p:nvSpPr>
          <p:cNvPr id="3" name="Content Placeholder 2"/>
          <p:cNvSpPr>
            <a:spLocks noGrp="1"/>
          </p:cNvSpPr>
          <p:nvPr>
            <p:ph idx="1"/>
          </p:nvPr>
        </p:nvSpPr>
        <p:spPr>
          <a:xfrm>
            <a:off x="134112" y="1200150"/>
            <a:ext cx="5486400" cy="3371850"/>
          </a:xfrm>
        </p:spPr>
        <p:txBody>
          <a:bodyPr>
            <a:noAutofit/>
          </a:bodyPr>
          <a:lstStyle/>
          <a:p>
            <a:pPr algn="just"/>
            <a:r>
              <a:rPr lang="en-US" dirty="0">
                <a:latin typeface="Calibri" panose="020F0502020204030204" pitchFamily="34" charset="0"/>
                <a:ea typeface="Calibri" panose="020F0502020204030204" pitchFamily="34" charset="0"/>
                <a:cs typeface="Calibri" panose="020F0502020204030204" pitchFamily="34" charset="0"/>
              </a:rPr>
              <a:t>RAID Level 1 provides redundancy by writing all data to two or more drives.</a:t>
            </a:r>
          </a:p>
          <a:p>
            <a:pPr algn="just"/>
            <a:r>
              <a:rPr lang="en-US" dirty="0">
                <a:latin typeface="Calibri" panose="020F0502020204030204" pitchFamily="34" charset="0"/>
                <a:ea typeface="Calibri" panose="020F0502020204030204" pitchFamily="34" charset="0"/>
                <a:cs typeface="Calibri" panose="020F0502020204030204" pitchFamily="34" charset="0"/>
              </a:rPr>
              <a:t> The performance of a level 1 array tends to be faster on reads and slower on writes compared to a single drive, but if either drive fails, no data is lost. </a:t>
            </a:r>
          </a:p>
          <a:p>
            <a:pPr algn="just"/>
            <a:r>
              <a:rPr lang="en-US" dirty="0">
                <a:latin typeface="Calibri" panose="020F0502020204030204" pitchFamily="34" charset="0"/>
                <a:ea typeface="Calibri" panose="020F0502020204030204" pitchFamily="34" charset="0"/>
                <a:cs typeface="Calibri" panose="020F0502020204030204" pitchFamily="34" charset="0"/>
              </a:rPr>
              <a:t>This is a good entry-level redundant system, since only two drives are required; however, since one drive is used to store a duplicate of the data, the cost per megabyte is high. </a:t>
            </a:r>
          </a:p>
          <a:p>
            <a:pPr algn="just"/>
            <a:r>
              <a:rPr lang="en-US" dirty="0">
                <a:latin typeface="Calibri" panose="020F0502020204030204" pitchFamily="34" charset="0"/>
                <a:ea typeface="Calibri" panose="020F0502020204030204" pitchFamily="34" charset="0"/>
                <a:cs typeface="Calibri" panose="020F0502020204030204" pitchFamily="34" charset="0"/>
              </a:rPr>
              <a:t>This level is commonly referred to as </a:t>
            </a:r>
            <a:r>
              <a:rPr lang="en-US" b="1" dirty="0">
                <a:latin typeface="Calibri" panose="020F0502020204030204" pitchFamily="34" charset="0"/>
                <a:ea typeface="Calibri" panose="020F0502020204030204" pitchFamily="34" charset="0"/>
                <a:cs typeface="Calibri" panose="020F0502020204030204" pitchFamily="34" charset="0"/>
              </a:rPr>
              <a:t>mirroring</a:t>
            </a:r>
            <a:r>
              <a:rPr lang="en-US" dirty="0">
                <a:latin typeface="Calibri" panose="020F0502020204030204" pitchFamily="34" charset="0"/>
                <a:ea typeface="Calibri" panose="020F0502020204030204" pitchFamily="34" charset="0"/>
                <a:cs typeface="Calibri" panose="020F0502020204030204" pitchFamily="34" charset="0"/>
              </a:rPr>
              <a:t>. </a:t>
            </a:r>
          </a:p>
        </p:txBody>
      </p:sp>
      <p:pic>
        <p:nvPicPr>
          <p:cNvPr id="4" name="Picture 7" descr="Mirroring 2"/>
          <p:cNvPicPr>
            <a:picLocks noChangeAspect="1" noChangeArrowheads="1"/>
          </p:cNvPicPr>
          <p:nvPr/>
        </p:nvPicPr>
        <p:blipFill>
          <a:blip r:embed="rId2" cstate="print"/>
          <a:srcRect/>
          <a:stretch>
            <a:fillRect/>
          </a:stretch>
        </p:blipFill>
        <p:spPr>
          <a:xfrm>
            <a:off x="5803392" y="1200150"/>
            <a:ext cx="2878074" cy="3657600"/>
          </a:xfrm>
          <a:prstGeom prst="rect">
            <a:avLst/>
          </a:prstGeom>
          <a:noFill/>
          <a:ln/>
        </p:spPr>
      </p:pic>
      <p:pic>
        <p:nvPicPr>
          <p:cNvPr id="5" name="Picture 4" descr="A red rectangular sign with a logo and a globe&#10;&#10;AI-generated content may be incorrect.">
            <a:extLst>
              <a:ext uri="{FF2B5EF4-FFF2-40B4-BE49-F238E27FC236}">
                <a16:creationId xmlns:a16="http://schemas.microsoft.com/office/drawing/2014/main" id="{AC466E07-1DCC-804D-AFAB-FDF0DCE88B96}"/>
              </a:ext>
            </a:extLst>
          </p:cNvPr>
          <p:cNvPicPr>
            <a:picLocks noChangeAspect="1"/>
          </p:cNvPicPr>
          <p:nvPr/>
        </p:nvPicPr>
        <p:blipFill>
          <a:blip r:embed="rId3"/>
          <a:stretch>
            <a:fillRect/>
          </a:stretch>
        </p:blipFill>
        <p:spPr>
          <a:xfrm>
            <a:off x="30906" y="22034"/>
            <a:ext cx="652311" cy="1048954"/>
          </a:xfrm>
          <a:prstGeom prst="rect">
            <a:avLst/>
          </a:prstGeom>
        </p:spPr>
      </p:pic>
    </p:spTree>
    <p:extLst>
      <p:ext uri="{BB962C8B-B14F-4D97-AF65-F5344CB8AC3E}">
        <p14:creationId xmlns:p14="http://schemas.microsoft.com/office/powerpoint/2010/main" val="35554286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27248" y="233934"/>
            <a:ext cx="2832354" cy="457200"/>
          </a:xfrm>
        </p:spPr>
        <p:txBody>
          <a:bodyPr/>
          <a:lstStyle/>
          <a:p>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MIRRORING</a:t>
            </a:r>
          </a:p>
        </p:txBody>
      </p:sp>
      <p:sp>
        <p:nvSpPr>
          <p:cNvPr id="3" name="Content Placeholder 2"/>
          <p:cNvSpPr>
            <a:spLocks noGrp="1"/>
          </p:cNvSpPr>
          <p:nvPr>
            <p:ph idx="1"/>
          </p:nvPr>
        </p:nvSpPr>
        <p:spPr>
          <a:xfrm>
            <a:off x="573024" y="865632"/>
            <a:ext cx="8046720" cy="3728991"/>
          </a:xfrm>
        </p:spPr>
        <p:txBody>
          <a:bodyPr>
            <a:normAutofit/>
          </a:bodyPr>
          <a:lstStyle/>
          <a:p>
            <a:pPr algn="just"/>
            <a:r>
              <a:rPr lang="en-US" sz="2400" dirty="0">
                <a:latin typeface="Calibri" panose="020F0502020204030204" pitchFamily="34" charset="0"/>
                <a:ea typeface="Calibri" panose="020F0502020204030204" pitchFamily="34" charset="0"/>
                <a:cs typeface="Calibri" panose="020F0502020204030204" pitchFamily="34" charset="0"/>
              </a:rPr>
              <a:t>In striping no fault tolerance but in mirroring provides 100% duplication of data.</a:t>
            </a:r>
          </a:p>
          <a:p>
            <a:pPr algn="just"/>
            <a:r>
              <a:rPr lang="en-US" sz="2400" dirty="0">
                <a:latin typeface="Calibri" panose="020F0502020204030204" pitchFamily="34" charset="0"/>
                <a:ea typeface="Calibri" panose="020F0502020204030204" pitchFamily="34" charset="0"/>
                <a:cs typeface="Calibri" panose="020F0502020204030204" pitchFamily="34" charset="0"/>
              </a:rPr>
              <a:t>Data written to one drive is duplicated on another provides excellent fault tolerance , if one disk is failure no data is lost.</a:t>
            </a:r>
          </a:p>
          <a:p>
            <a:pPr algn="just"/>
            <a:r>
              <a:rPr lang="en-US" sz="2400" dirty="0">
                <a:latin typeface="Calibri" panose="020F0502020204030204" pitchFamily="34" charset="0"/>
                <a:ea typeface="Calibri" panose="020F0502020204030204" pitchFamily="34" charset="0"/>
                <a:cs typeface="Calibri" panose="020F0502020204030204" pitchFamily="34" charset="0"/>
              </a:rPr>
              <a:t> </a:t>
            </a:r>
            <a:r>
              <a:rPr lang="en-GB" sz="2400" dirty="0">
                <a:latin typeface="Calibri" panose="020F0502020204030204" pitchFamily="34" charset="0"/>
                <a:ea typeface="Calibri" panose="020F0502020204030204" pitchFamily="34" charset="0"/>
                <a:cs typeface="Calibri" panose="020F0502020204030204" pitchFamily="34" charset="0"/>
              </a:rPr>
              <a:t>The easiest way to get high availability and high performance.</a:t>
            </a:r>
          </a:p>
          <a:p>
            <a:pPr>
              <a:buNone/>
            </a:pPr>
            <a:endParaRPr lang="en-US" sz="1350" dirty="0">
              <a:latin typeface="Times" pitchFamily="18" charset="0"/>
            </a:endParaRPr>
          </a:p>
        </p:txBody>
      </p:sp>
      <p:pic>
        <p:nvPicPr>
          <p:cNvPr id="4" name="Picture 3" descr="A red rectangular sign with a logo and a globe&#10;&#10;AI-generated content may be incorrect.">
            <a:extLst>
              <a:ext uri="{FF2B5EF4-FFF2-40B4-BE49-F238E27FC236}">
                <a16:creationId xmlns:a16="http://schemas.microsoft.com/office/drawing/2014/main" id="{BD5472F4-15AC-D4A1-6D2A-8F2C5D8ABD17}"/>
              </a:ext>
            </a:extLst>
          </p:cNvPr>
          <p:cNvPicPr>
            <a:picLocks noChangeAspect="1"/>
          </p:cNvPicPr>
          <p:nvPr/>
        </p:nvPicPr>
        <p:blipFill>
          <a:blip r:embed="rId2"/>
          <a:stretch>
            <a:fillRect/>
          </a:stretch>
        </p:blipFill>
        <p:spPr>
          <a:xfrm>
            <a:off x="30906" y="22034"/>
            <a:ext cx="652311" cy="1048954"/>
          </a:xfrm>
          <a:prstGeom prst="rect">
            <a:avLst/>
          </a:prstGeom>
        </p:spPr>
      </p:pic>
    </p:spTree>
    <p:extLst>
      <p:ext uri="{BB962C8B-B14F-4D97-AF65-F5344CB8AC3E}">
        <p14:creationId xmlns:p14="http://schemas.microsoft.com/office/powerpoint/2010/main" val="30113723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85438" y="171450"/>
            <a:ext cx="2283714" cy="457200"/>
          </a:xfrm>
        </p:spPr>
        <p:txBody>
          <a:bodyPr/>
          <a:lstStyle/>
          <a:p>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RAID 2</a:t>
            </a:r>
          </a:p>
        </p:txBody>
      </p:sp>
      <p:sp>
        <p:nvSpPr>
          <p:cNvPr id="3" name="Content Placeholder 2"/>
          <p:cNvSpPr>
            <a:spLocks noGrp="1"/>
          </p:cNvSpPr>
          <p:nvPr>
            <p:ph idx="1"/>
          </p:nvPr>
        </p:nvSpPr>
        <p:spPr>
          <a:xfrm>
            <a:off x="683217" y="807242"/>
            <a:ext cx="6400800" cy="1957387"/>
          </a:xfrm>
        </p:spPr>
        <p:txBody>
          <a:bodyPr>
            <a:noAutofit/>
          </a:bodyPr>
          <a:lstStyle/>
          <a:p>
            <a:pPr algn="just"/>
            <a:r>
              <a:rPr lang="en-US" dirty="0">
                <a:solidFill>
                  <a:schemeClr val="bg2"/>
                </a:solidFill>
                <a:latin typeface="Calibri" panose="020F0502020204030204" pitchFamily="34" charset="0"/>
                <a:ea typeface="Calibri" panose="020F0502020204030204" pitchFamily="34" charset="0"/>
                <a:cs typeface="Calibri" panose="020F0502020204030204" pitchFamily="34" charset="0"/>
              </a:rPr>
              <a:t>RAID Level 2, which uses Hamming error correction codes, is intended for use with drives which do not have built-in error detection.</a:t>
            </a:r>
          </a:p>
          <a:p>
            <a:pPr algn="just"/>
            <a:r>
              <a:rPr lang="en-US" dirty="0">
                <a:solidFill>
                  <a:schemeClr val="bg2"/>
                </a:solidFill>
                <a:latin typeface="Calibri" panose="020F0502020204030204" pitchFamily="34" charset="0"/>
                <a:ea typeface="Calibri" panose="020F0502020204030204" pitchFamily="34" charset="0"/>
                <a:cs typeface="Calibri" panose="020F0502020204030204" pitchFamily="34" charset="0"/>
              </a:rPr>
              <a:t> All SCSI drives support built-in error detection, so this level is of little use when using SCSI drives . Because 39 disks are required.</a:t>
            </a:r>
          </a:p>
        </p:txBody>
      </p:sp>
      <p:pic>
        <p:nvPicPr>
          <p:cNvPr id="4" name="Picture 7" descr="RAID3 2"/>
          <p:cNvPicPr>
            <a:picLocks noChangeAspect="1" noChangeArrowheads="1"/>
          </p:cNvPicPr>
          <p:nvPr/>
        </p:nvPicPr>
        <p:blipFill>
          <a:blip r:embed="rId2" cstate="print"/>
          <a:srcRect/>
          <a:stretch>
            <a:fillRect/>
          </a:stretch>
        </p:blipFill>
        <p:spPr>
          <a:xfrm>
            <a:off x="2538095" y="2401824"/>
            <a:ext cx="6384290" cy="2570226"/>
          </a:xfrm>
          <a:prstGeom prst="rect">
            <a:avLst/>
          </a:prstGeom>
          <a:noFill/>
          <a:ln/>
        </p:spPr>
      </p:pic>
      <p:pic>
        <p:nvPicPr>
          <p:cNvPr id="5" name="Picture 4" descr="A red rectangular sign with a logo and a globe&#10;&#10;AI-generated content may be incorrect.">
            <a:extLst>
              <a:ext uri="{FF2B5EF4-FFF2-40B4-BE49-F238E27FC236}">
                <a16:creationId xmlns:a16="http://schemas.microsoft.com/office/drawing/2014/main" id="{6F8BCEF5-E5BE-CD92-CFD2-E6C815B71BF6}"/>
              </a:ext>
            </a:extLst>
          </p:cNvPr>
          <p:cNvPicPr>
            <a:picLocks noChangeAspect="1"/>
          </p:cNvPicPr>
          <p:nvPr/>
        </p:nvPicPr>
        <p:blipFill>
          <a:blip r:embed="rId3"/>
          <a:stretch>
            <a:fillRect/>
          </a:stretch>
        </p:blipFill>
        <p:spPr>
          <a:xfrm>
            <a:off x="30906" y="22034"/>
            <a:ext cx="652311" cy="1048954"/>
          </a:xfrm>
          <a:prstGeom prst="rect">
            <a:avLst/>
          </a:prstGeom>
        </p:spPr>
      </p:pic>
    </p:spTree>
    <p:extLst>
      <p:ext uri="{BB962C8B-B14F-4D97-AF65-F5344CB8AC3E}">
        <p14:creationId xmlns:p14="http://schemas.microsoft.com/office/powerpoint/2010/main" val="39342489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0" y="213360"/>
            <a:ext cx="2743200" cy="457200"/>
          </a:xfrm>
        </p:spPr>
        <p:txBody>
          <a:bodyPr/>
          <a:lstStyle/>
          <a:p>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RAID 3</a:t>
            </a:r>
          </a:p>
        </p:txBody>
      </p:sp>
      <p:sp>
        <p:nvSpPr>
          <p:cNvPr id="3" name="Content Placeholder 2"/>
          <p:cNvSpPr>
            <a:spLocks noGrp="1"/>
          </p:cNvSpPr>
          <p:nvPr>
            <p:ph idx="1"/>
          </p:nvPr>
        </p:nvSpPr>
        <p:spPr>
          <a:xfrm>
            <a:off x="475488" y="804672"/>
            <a:ext cx="4096512" cy="4338828"/>
          </a:xfrm>
        </p:spPr>
        <p:txBody>
          <a:bodyPr>
            <a:noAutofit/>
          </a:bodyPr>
          <a:lstStyle/>
          <a:p>
            <a:pPr algn="just"/>
            <a:r>
              <a:rPr lang="en-US" sz="2200" dirty="0">
                <a:latin typeface="Calibri" panose="020F0502020204030204" pitchFamily="34" charset="0"/>
                <a:ea typeface="Calibri" panose="020F0502020204030204" pitchFamily="34" charset="0"/>
                <a:cs typeface="Calibri" panose="020F0502020204030204" pitchFamily="34" charset="0"/>
              </a:rPr>
              <a:t>In </a:t>
            </a:r>
            <a:r>
              <a:rPr lang="en-US" sz="2200" b="1" dirty="0">
                <a:latin typeface="Calibri" panose="020F0502020204030204" pitchFamily="34" charset="0"/>
                <a:ea typeface="Calibri" panose="020F0502020204030204" pitchFamily="34" charset="0"/>
                <a:cs typeface="Calibri" panose="020F0502020204030204" pitchFamily="34" charset="0"/>
              </a:rPr>
              <a:t>RAID 3</a:t>
            </a:r>
            <a:r>
              <a:rPr lang="en-US" sz="2200" dirty="0">
                <a:latin typeface="Calibri" panose="020F0502020204030204" pitchFamily="34" charset="0"/>
                <a:ea typeface="Calibri" panose="020F0502020204030204" pitchFamily="34" charset="0"/>
                <a:cs typeface="Calibri" panose="020F0502020204030204" pitchFamily="34" charset="0"/>
              </a:rPr>
              <a:t> (byte-level striping with dedicated parity), all disk spindle rotation is synchronized, and data is striped so each sequential byte is on a different disk. </a:t>
            </a:r>
          </a:p>
          <a:p>
            <a:pPr algn="just"/>
            <a:r>
              <a:rPr lang="en-US" sz="2200" dirty="0">
                <a:latin typeface="Calibri" panose="020F0502020204030204" pitchFamily="34" charset="0"/>
                <a:ea typeface="Calibri" panose="020F0502020204030204" pitchFamily="34" charset="0"/>
                <a:cs typeface="Calibri" panose="020F0502020204030204" pitchFamily="34" charset="0"/>
              </a:rPr>
              <a:t>Parity is calculated across corresponding bytes on disks and stored on a dedicated parity disk</a:t>
            </a:r>
            <a:r>
              <a:rPr lang="en-US" sz="2400" dirty="0">
                <a:latin typeface="Calibri" panose="020F0502020204030204" pitchFamily="34" charset="0"/>
                <a:ea typeface="Calibri" panose="020F0502020204030204" pitchFamily="34" charset="0"/>
                <a:cs typeface="Calibri" panose="020F0502020204030204" pitchFamily="34" charset="0"/>
              </a:rPr>
              <a:t>.</a:t>
            </a:r>
          </a:p>
        </p:txBody>
      </p:sp>
      <p:pic>
        <p:nvPicPr>
          <p:cNvPr id="4" name="Picture 3" descr="150px-RAID_3.png"/>
          <p:cNvPicPr>
            <a:picLocks noChangeAspect="1"/>
          </p:cNvPicPr>
          <p:nvPr/>
        </p:nvPicPr>
        <p:blipFill>
          <a:blip r:embed="rId2" cstate="print"/>
          <a:stretch>
            <a:fillRect/>
          </a:stretch>
        </p:blipFill>
        <p:spPr>
          <a:xfrm>
            <a:off x="5593080" y="1330452"/>
            <a:ext cx="3380232" cy="1988587"/>
          </a:xfrm>
          <a:prstGeom prst="rect">
            <a:avLst/>
          </a:prstGeom>
        </p:spPr>
      </p:pic>
      <p:pic>
        <p:nvPicPr>
          <p:cNvPr id="5" name="Picture 4" descr="A red rectangular sign with a logo and a globe&#10;&#10;AI-generated content may be incorrect.">
            <a:extLst>
              <a:ext uri="{FF2B5EF4-FFF2-40B4-BE49-F238E27FC236}">
                <a16:creationId xmlns:a16="http://schemas.microsoft.com/office/drawing/2014/main" id="{84953963-4C2C-8635-5581-458595D1E7CB}"/>
              </a:ext>
            </a:extLst>
          </p:cNvPr>
          <p:cNvPicPr>
            <a:picLocks noChangeAspect="1"/>
          </p:cNvPicPr>
          <p:nvPr/>
        </p:nvPicPr>
        <p:blipFill>
          <a:blip r:embed="rId3"/>
          <a:stretch>
            <a:fillRect/>
          </a:stretch>
        </p:blipFill>
        <p:spPr>
          <a:xfrm>
            <a:off x="30906" y="22034"/>
            <a:ext cx="652311" cy="1048954"/>
          </a:xfrm>
          <a:prstGeom prst="rect">
            <a:avLst/>
          </a:prstGeom>
        </p:spPr>
      </p:pic>
    </p:spTree>
    <p:extLst>
      <p:ext uri="{BB962C8B-B14F-4D97-AF65-F5344CB8AC3E}">
        <p14:creationId xmlns:p14="http://schemas.microsoft.com/office/powerpoint/2010/main" val="544356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41598" y="91677"/>
            <a:ext cx="2210562" cy="457200"/>
          </a:xfrm>
        </p:spPr>
        <p:txBody>
          <a:bodyPr/>
          <a:lstStyle/>
          <a:p>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RAID 4</a:t>
            </a:r>
          </a:p>
        </p:txBody>
      </p:sp>
      <p:sp>
        <p:nvSpPr>
          <p:cNvPr id="3" name="Content Placeholder 2"/>
          <p:cNvSpPr>
            <a:spLocks noGrp="1"/>
          </p:cNvSpPr>
          <p:nvPr>
            <p:ph idx="1"/>
          </p:nvPr>
        </p:nvSpPr>
        <p:spPr>
          <a:xfrm>
            <a:off x="683217" y="595325"/>
            <a:ext cx="4736592" cy="4754406"/>
          </a:xfrm>
        </p:spPr>
        <p:txBody>
          <a:bodyPr>
            <a:noAutofit/>
          </a:bodyPr>
          <a:lstStyle/>
          <a:p>
            <a:pPr algn="just"/>
            <a:r>
              <a:rPr lang="en-US" dirty="0">
                <a:latin typeface="Calibri" panose="020F0502020204030204" pitchFamily="34" charset="0"/>
                <a:ea typeface="Calibri" panose="020F0502020204030204" pitchFamily="34" charset="0"/>
                <a:cs typeface="Calibri" panose="020F0502020204030204" pitchFamily="34" charset="0"/>
              </a:rPr>
              <a:t>RAID Level 4 stripes data at a block level across several drives, with parity stored on one drive. The parity information allows recovery from the failure of any single drive. </a:t>
            </a:r>
          </a:p>
          <a:p>
            <a:pPr algn="just"/>
            <a:r>
              <a:rPr lang="en-US" dirty="0">
                <a:latin typeface="Calibri" panose="020F0502020204030204" pitchFamily="34" charset="0"/>
                <a:ea typeface="Calibri" panose="020F0502020204030204" pitchFamily="34" charset="0"/>
                <a:cs typeface="Calibri" panose="020F0502020204030204" pitchFamily="34" charset="0"/>
              </a:rPr>
              <a:t>The performance of a level 4 array is very good for reads (the same as level 0). Writes, however, require that parity data be updated each time. This slows small random writes, in particular, though large writes or sequential writes are fairly fast.</a:t>
            </a:r>
          </a:p>
          <a:p>
            <a:pPr algn="just"/>
            <a:r>
              <a:rPr lang="en-US" dirty="0">
                <a:latin typeface="Calibri" panose="020F0502020204030204" pitchFamily="34" charset="0"/>
                <a:ea typeface="Calibri" panose="020F0502020204030204" pitchFamily="34" charset="0"/>
                <a:cs typeface="Calibri" panose="020F0502020204030204" pitchFamily="34" charset="0"/>
              </a:rPr>
              <a:t> Because only one drive in the array stores redundant data, the cost per megabyte of a level 4 array can be fairly low. </a:t>
            </a:r>
          </a:p>
        </p:txBody>
      </p:sp>
      <p:pic>
        <p:nvPicPr>
          <p:cNvPr id="4" name="Picture 3" descr="150px-RAID_4.png"/>
          <p:cNvPicPr>
            <a:picLocks noChangeAspect="1"/>
          </p:cNvPicPr>
          <p:nvPr/>
        </p:nvPicPr>
        <p:blipFill>
          <a:blip r:embed="rId2" cstate="print"/>
          <a:stretch>
            <a:fillRect/>
          </a:stretch>
        </p:blipFill>
        <p:spPr>
          <a:xfrm>
            <a:off x="6242304" y="1023366"/>
            <a:ext cx="2901696" cy="3096768"/>
          </a:xfrm>
          <a:prstGeom prst="rect">
            <a:avLst/>
          </a:prstGeom>
        </p:spPr>
      </p:pic>
      <p:pic>
        <p:nvPicPr>
          <p:cNvPr id="5" name="Picture 4" descr="A red rectangular sign with a logo and a globe&#10;&#10;AI-generated content may be incorrect.">
            <a:extLst>
              <a:ext uri="{FF2B5EF4-FFF2-40B4-BE49-F238E27FC236}">
                <a16:creationId xmlns:a16="http://schemas.microsoft.com/office/drawing/2014/main" id="{D0BF6A26-4FD3-0D19-8D57-E6A45F7D40D1}"/>
              </a:ext>
            </a:extLst>
          </p:cNvPr>
          <p:cNvPicPr>
            <a:picLocks noChangeAspect="1"/>
          </p:cNvPicPr>
          <p:nvPr/>
        </p:nvPicPr>
        <p:blipFill>
          <a:blip r:embed="rId3"/>
          <a:stretch>
            <a:fillRect/>
          </a:stretch>
        </p:blipFill>
        <p:spPr>
          <a:xfrm>
            <a:off x="30906" y="22034"/>
            <a:ext cx="652311" cy="1048954"/>
          </a:xfrm>
          <a:prstGeom prst="rect">
            <a:avLst/>
          </a:prstGeom>
        </p:spPr>
      </p:pic>
    </p:spTree>
    <p:extLst>
      <p:ext uri="{BB962C8B-B14F-4D97-AF65-F5344CB8AC3E}">
        <p14:creationId xmlns:p14="http://schemas.microsoft.com/office/powerpoint/2010/main" val="21866541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DE2DA-78E9-4D15-2B89-734C8F3D13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0E035B-6FC4-5826-1ABE-0C409B159FF5}"/>
              </a:ext>
            </a:extLst>
          </p:cNvPr>
          <p:cNvSpPr>
            <a:spLocks noGrp="1"/>
          </p:cNvSpPr>
          <p:nvPr>
            <p:ph type="title"/>
          </p:nvPr>
        </p:nvSpPr>
        <p:spPr>
          <a:xfrm>
            <a:off x="3605022" y="139446"/>
            <a:ext cx="2417826" cy="457200"/>
          </a:xfrm>
        </p:spPr>
        <p:txBody>
          <a:bodyPr/>
          <a:lstStyle/>
          <a:p>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RAID 5</a:t>
            </a:r>
          </a:p>
        </p:txBody>
      </p:sp>
      <p:sp>
        <p:nvSpPr>
          <p:cNvPr id="3" name="Content Placeholder 2">
            <a:extLst>
              <a:ext uri="{FF2B5EF4-FFF2-40B4-BE49-F238E27FC236}">
                <a16:creationId xmlns:a16="http://schemas.microsoft.com/office/drawing/2014/main" id="{307E7428-E5E0-D4E1-3762-908A486BE7EE}"/>
              </a:ext>
            </a:extLst>
          </p:cNvPr>
          <p:cNvSpPr>
            <a:spLocks noGrp="1"/>
          </p:cNvSpPr>
          <p:nvPr>
            <p:ph idx="1"/>
          </p:nvPr>
        </p:nvSpPr>
        <p:spPr>
          <a:xfrm>
            <a:off x="499872" y="857250"/>
            <a:ext cx="7851648" cy="3918204"/>
          </a:xfrm>
        </p:spPr>
        <p:txBody>
          <a:bodyPr>
            <a:normAutofit fontScale="92500" lnSpcReduction="10000"/>
          </a:bodyPr>
          <a:lstStyle/>
          <a:p>
            <a:pPr algn="just"/>
            <a:r>
              <a:rPr lang="en-US" sz="2400" b="1" dirty="0">
                <a:latin typeface="Calibri" panose="020F0502020204030204" pitchFamily="34" charset="0"/>
                <a:ea typeface="Calibri" panose="020F0502020204030204" pitchFamily="34" charset="0"/>
                <a:cs typeface="Calibri" panose="020F0502020204030204" pitchFamily="34" charset="0"/>
              </a:rPr>
              <a:t>RAID 5</a:t>
            </a:r>
            <a:r>
              <a:rPr lang="en-US" sz="2400" dirty="0">
                <a:latin typeface="Calibri" panose="020F0502020204030204" pitchFamily="34" charset="0"/>
                <a:ea typeface="Calibri" panose="020F0502020204030204" pitchFamily="34" charset="0"/>
                <a:cs typeface="Calibri" panose="020F0502020204030204" pitchFamily="34" charset="0"/>
              </a:rPr>
              <a:t> (block-level striping with distributed parity) distributes parity along with the data and requires all drives but one to be present to operate; the array is not destroyed by a single drive failure. </a:t>
            </a:r>
          </a:p>
          <a:p>
            <a:pPr algn="just"/>
            <a:r>
              <a:rPr lang="en-US" sz="2400" dirty="0">
                <a:latin typeface="Calibri" panose="020F0502020204030204" pitchFamily="34" charset="0"/>
                <a:ea typeface="Calibri" panose="020F0502020204030204" pitchFamily="34" charset="0"/>
                <a:cs typeface="Calibri" panose="020F0502020204030204" pitchFamily="34" charset="0"/>
              </a:rPr>
              <a:t>Upon drive failure, any subsequent reads can be calculated from the distributed parity such that the drive failure is masked from the end user. </a:t>
            </a:r>
          </a:p>
          <a:p>
            <a:pPr algn="just"/>
            <a:r>
              <a:rPr lang="en-US" sz="2400" dirty="0">
                <a:latin typeface="Calibri" panose="020F0502020204030204" pitchFamily="34" charset="0"/>
                <a:ea typeface="Calibri" panose="020F0502020204030204" pitchFamily="34" charset="0"/>
                <a:cs typeface="Calibri" panose="020F0502020204030204" pitchFamily="34" charset="0"/>
              </a:rPr>
              <a:t>However, a single drive failure results in reduced performance of the entire array until the failed drive has been replaced and the associated data rebuilt</a:t>
            </a:r>
            <a:r>
              <a:rPr lang="en-US" sz="1350" dirty="0">
                <a:latin typeface="Times" pitchFamily="18" charset="0"/>
              </a:rPr>
              <a:t>.</a:t>
            </a:r>
          </a:p>
        </p:txBody>
      </p:sp>
      <p:pic>
        <p:nvPicPr>
          <p:cNvPr id="4" name="Picture 3" descr="A red rectangular sign with a logo and a globe&#10;&#10;AI-generated content may be incorrect.">
            <a:extLst>
              <a:ext uri="{FF2B5EF4-FFF2-40B4-BE49-F238E27FC236}">
                <a16:creationId xmlns:a16="http://schemas.microsoft.com/office/drawing/2014/main" id="{2FCFFEF0-D510-C5AA-B9A7-7787D6337512}"/>
              </a:ext>
            </a:extLst>
          </p:cNvPr>
          <p:cNvPicPr>
            <a:picLocks noChangeAspect="1"/>
          </p:cNvPicPr>
          <p:nvPr/>
        </p:nvPicPr>
        <p:blipFill>
          <a:blip r:embed="rId2"/>
          <a:stretch>
            <a:fillRect/>
          </a:stretch>
        </p:blipFill>
        <p:spPr>
          <a:xfrm>
            <a:off x="30906" y="22034"/>
            <a:ext cx="652311" cy="1048954"/>
          </a:xfrm>
          <a:prstGeom prst="rect">
            <a:avLst/>
          </a:prstGeom>
        </p:spPr>
      </p:pic>
    </p:spTree>
    <p:extLst>
      <p:ext uri="{BB962C8B-B14F-4D97-AF65-F5344CB8AC3E}">
        <p14:creationId xmlns:p14="http://schemas.microsoft.com/office/powerpoint/2010/main" val="26291906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63087" y="88011"/>
            <a:ext cx="2417826" cy="457200"/>
          </a:xfrm>
        </p:spPr>
        <p:txBody>
          <a:bodyPr/>
          <a:lstStyle/>
          <a:p>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RAID 5</a:t>
            </a:r>
          </a:p>
        </p:txBody>
      </p:sp>
      <p:pic>
        <p:nvPicPr>
          <p:cNvPr id="4" name="Picture 7" descr="RAID5 2"/>
          <p:cNvPicPr>
            <a:picLocks noChangeAspect="1" noChangeArrowheads="1"/>
          </p:cNvPicPr>
          <p:nvPr/>
        </p:nvPicPr>
        <p:blipFill>
          <a:blip r:embed="rId2" cstate="print"/>
          <a:srcRect/>
          <a:stretch>
            <a:fillRect/>
          </a:stretch>
        </p:blipFill>
        <p:spPr>
          <a:xfrm>
            <a:off x="670560" y="1024128"/>
            <a:ext cx="7680960" cy="3385566"/>
          </a:xfrm>
          <a:prstGeom prst="rect">
            <a:avLst/>
          </a:prstGeom>
          <a:noFill/>
          <a:ln/>
        </p:spPr>
      </p:pic>
      <p:pic>
        <p:nvPicPr>
          <p:cNvPr id="5" name="Picture 4" descr="A red rectangular sign with a logo and a globe&#10;&#10;AI-generated content may be incorrect.">
            <a:extLst>
              <a:ext uri="{FF2B5EF4-FFF2-40B4-BE49-F238E27FC236}">
                <a16:creationId xmlns:a16="http://schemas.microsoft.com/office/drawing/2014/main" id="{3006A381-22AF-2C6A-B765-56D62DFD4ABC}"/>
              </a:ext>
            </a:extLst>
          </p:cNvPr>
          <p:cNvPicPr>
            <a:picLocks noChangeAspect="1"/>
          </p:cNvPicPr>
          <p:nvPr/>
        </p:nvPicPr>
        <p:blipFill>
          <a:blip r:embed="rId3"/>
          <a:stretch>
            <a:fillRect/>
          </a:stretch>
        </p:blipFill>
        <p:spPr>
          <a:xfrm>
            <a:off x="30906" y="22034"/>
            <a:ext cx="652311" cy="1048954"/>
          </a:xfrm>
          <a:prstGeom prst="rect">
            <a:avLst/>
          </a:prstGeom>
        </p:spPr>
      </p:pic>
    </p:spTree>
    <p:extLst>
      <p:ext uri="{BB962C8B-B14F-4D97-AF65-F5344CB8AC3E}">
        <p14:creationId xmlns:p14="http://schemas.microsoft.com/office/powerpoint/2010/main" val="25189993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13682" y="140445"/>
            <a:ext cx="2299438" cy="457200"/>
          </a:xfrm>
        </p:spPr>
        <p:txBody>
          <a:bodyPr/>
          <a:lstStyle/>
          <a:p>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RAID 6</a:t>
            </a:r>
          </a:p>
        </p:txBody>
      </p:sp>
      <p:sp>
        <p:nvSpPr>
          <p:cNvPr id="3" name="Content Placeholder 2"/>
          <p:cNvSpPr>
            <a:spLocks noGrp="1"/>
          </p:cNvSpPr>
          <p:nvPr>
            <p:ph idx="1"/>
          </p:nvPr>
        </p:nvSpPr>
        <p:spPr>
          <a:xfrm>
            <a:off x="228600" y="597645"/>
            <a:ext cx="8802624" cy="4045746"/>
          </a:xfrm>
        </p:spPr>
        <p:txBody>
          <a:bodyPr>
            <a:noAutofit/>
          </a:bodyPr>
          <a:lstStyle/>
          <a:p>
            <a:pPr algn="just"/>
            <a:r>
              <a:rPr lang="en-US" sz="2000" b="1" dirty="0">
                <a:latin typeface="Calibri" panose="020F0502020204030204" pitchFamily="34" charset="0"/>
                <a:ea typeface="Calibri" panose="020F0502020204030204" pitchFamily="34" charset="0"/>
                <a:cs typeface="Calibri" panose="020F0502020204030204" pitchFamily="34" charset="0"/>
              </a:rPr>
              <a:t>RAID 6</a:t>
            </a:r>
            <a:r>
              <a:rPr lang="en-US" sz="2000" dirty="0">
                <a:latin typeface="Calibri" panose="020F0502020204030204" pitchFamily="34" charset="0"/>
                <a:ea typeface="Calibri" panose="020F0502020204030204" pitchFamily="34" charset="0"/>
                <a:cs typeface="Calibri" panose="020F0502020204030204" pitchFamily="34" charset="0"/>
              </a:rPr>
              <a:t> (block-level striping with double distributed parity) provides fault tolerance of two drive failures; the array continues to operate with up to two failed drives. </a:t>
            </a:r>
          </a:p>
          <a:p>
            <a:pPr algn="just"/>
            <a:r>
              <a:rPr lang="en-US" sz="2000" dirty="0">
                <a:latin typeface="Calibri" panose="020F0502020204030204" pitchFamily="34" charset="0"/>
                <a:ea typeface="Calibri" panose="020F0502020204030204" pitchFamily="34" charset="0"/>
                <a:cs typeface="Calibri" panose="020F0502020204030204" pitchFamily="34" charset="0"/>
              </a:rPr>
              <a:t>This makes larger RAID groups more practical, especially for high-availability systems. </a:t>
            </a:r>
          </a:p>
          <a:p>
            <a:pPr algn="just"/>
            <a:r>
              <a:rPr lang="en-US" sz="2000" dirty="0">
                <a:latin typeface="Calibri" panose="020F0502020204030204" pitchFamily="34" charset="0"/>
                <a:ea typeface="Calibri" panose="020F0502020204030204" pitchFamily="34" charset="0"/>
                <a:cs typeface="Calibri" panose="020F0502020204030204" pitchFamily="34" charset="0"/>
              </a:rPr>
              <a:t>This becomes increasingly important as large-capacity drives lengthen the time needed to recover from the failure of a single drive. </a:t>
            </a:r>
          </a:p>
          <a:p>
            <a:pPr algn="just"/>
            <a:r>
              <a:rPr lang="en-US" sz="2000" dirty="0">
                <a:latin typeface="Calibri" panose="020F0502020204030204" pitchFamily="34" charset="0"/>
                <a:ea typeface="Calibri" panose="020F0502020204030204" pitchFamily="34" charset="0"/>
                <a:cs typeface="Calibri" panose="020F0502020204030204" pitchFamily="34" charset="0"/>
              </a:rPr>
              <a:t>Single-parity RAID levels are as vulnerable to data loss as a RAID 0 array until the failed drive is replaced and its data rebuilt; the larger the drive, the longer the rebuild takes.</a:t>
            </a:r>
          </a:p>
          <a:p>
            <a:pPr algn="just"/>
            <a:r>
              <a:rPr lang="en-US" sz="2000" dirty="0">
                <a:latin typeface="Calibri" panose="020F0502020204030204" pitchFamily="34" charset="0"/>
                <a:ea typeface="Calibri" panose="020F0502020204030204" pitchFamily="34" charset="0"/>
                <a:cs typeface="Calibri" panose="020F0502020204030204" pitchFamily="34" charset="0"/>
              </a:rPr>
              <a:t> Double parity gives time to rebuild the array without the data being at risk if a single additional drive fails before the rebuild is complete.</a:t>
            </a:r>
          </a:p>
        </p:txBody>
      </p:sp>
      <p:pic>
        <p:nvPicPr>
          <p:cNvPr id="4" name="Picture 3" descr="A red rectangular sign with a logo and a globe&#10;&#10;AI-generated content may be incorrect.">
            <a:extLst>
              <a:ext uri="{FF2B5EF4-FFF2-40B4-BE49-F238E27FC236}">
                <a16:creationId xmlns:a16="http://schemas.microsoft.com/office/drawing/2014/main" id="{68F632F0-A85D-1130-822A-AD6A64661542}"/>
              </a:ext>
            </a:extLst>
          </p:cNvPr>
          <p:cNvPicPr>
            <a:picLocks noChangeAspect="1"/>
          </p:cNvPicPr>
          <p:nvPr/>
        </p:nvPicPr>
        <p:blipFill>
          <a:blip r:embed="rId2"/>
          <a:stretch>
            <a:fillRect/>
          </a:stretch>
        </p:blipFill>
        <p:spPr>
          <a:xfrm>
            <a:off x="30906" y="22034"/>
            <a:ext cx="652311" cy="1048954"/>
          </a:xfrm>
          <a:prstGeom prst="rect">
            <a:avLst/>
          </a:prstGeom>
        </p:spPr>
      </p:pic>
    </p:spTree>
    <p:extLst>
      <p:ext uri="{BB962C8B-B14F-4D97-AF65-F5344CB8AC3E}">
        <p14:creationId xmlns:p14="http://schemas.microsoft.com/office/powerpoint/2010/main" val="40928827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B793E-7D94-A6E2-1BEA-C328E9AAD46D}"/>
            </a:ext>
          </a:extLst>
        </p:cNvPr>
        <p:cNvGrpSpPr/>
        <p:nvPr/>
      </p:nvGrpSpPr>
      <p:grpSpPr>
        <a:xfrm>
          <a:off x="0" y="0"/>
          <a:ext cx="0" cy="0"/>
          <a:chOff x="0" y="0"/>
          <a:chExt cx="0" cy="0"/>
        </a:xfrm>
      </p:grpSpPr>
      <p:pic>
        <p:nvPicPr>
          <p:cNvPr id="4" name="Picture 3" descr="175px-RAID_6.png">
            <a:extLst>
              <a:ext uri="{FF2B5EF4-FFF2-40B4-BE49-F238E27FC236}">
                <a16:creationId xmlns:a16="http://schemas.microsoft.com/office/drawing/2014/main" id="{DBE7C680-93B6-F051-B9AF-51EE9FBC472D}"/>
              </a:ext>
            </a:extLst>
          </p:cNvPr>
          <p:cNvPicPr>
            <a:picLocks noChangeAspect="1"/>
          </p:cNvPicPr>
          <p:nvPr/>
        </p:nvPicPr>
        <p:blipFill>
          <a:blip r:embed="rId2" cstate="print"/>
          <a:stretch>
            <a:fillRect/>
          </a:stretch>
        </p:blipFill>
        <p:spPr>
          <a:xfrm>
            <a:off x="1328928" y="627888"/>
            <a:ext cx="6486144" cy="3767328"/>
          </a:xfrm>
          <a:prstGeom prst="rect">
            <a:avLst/>
          </a:prstGeom>
        </p:spPr>
      </p:pic>
      <p:pic>
        <p:nvPicPr>
          <p:cNvPr id="3" name="Picture 2" descr="A red rectangular sign with a logo and a globe&#10;&#10;AI-generated content may be incorrect.">
            <a:extLst>
              <a:ext uri="{FF2B5EF4-FFF2-40B4-BE49-F238E27FC236}">
                <a16:creationId xmlns:a16="http://schemas.microsoft.com/office/drawing/2014/main" id="{7866B94A-43CB-FF86-C6DB-816EA7C2A50A}"/>
              </a:ext>
            </a:extLst>
          </p:cNvPr>
          <p:cNvPicPr>
            <a:picLocks noChangeAspect="1"/>
          </p:cNvPicPr>
          <p:nvPr/>
        </p:nvPicPr>
        <p:blipFill>
          <a:blip r:embed="rId3"/>
          <a:stretch>
            <a:fillRect/>
          </a:stretch>
        </p:blipFill>
        <p:spPr>
          <a:xfrm>
            <a:off x="30906" y="22034"/>
            <a:ext cx="652311" cy="1048954"/>
          </a:xfrm>
          <a:prstGeom prst="rect">
            <a:avLst/>
          </a:prstGeom>
        </p:spPr>
      </p:pic>
    </p:spTree>
    <p:extLst>
      <p:ext uri="{BB962C8B-B14F-4D97-AF65-F5344CB8AC3E}">
        <p14:creationId xmlns:p14="http://schemas.microsoft.com/office/powerpoint/2010/main" val="3039900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90772" y="88984"/>
            <a:ext cx="1362456" cy="457200"/>
          </a:xfrm>
        </p:spPr>
        <p:txBody>
          <a:bodyPr/>
          <a:lstStyle/>
          <a:p>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RAID</a:t>
            </a:r>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 </a:t>
            </a:r>
            <a:endParaRPr lang="en-US" dirty="0"/>
          </a:p>
        </p:txBody>
      </p:sp>
      <p:pic>
        <p:nvPicPr>
          <p:cNvPr id="4" name="Picture 4" descr="RaidI "/>
          <p:cNvPicPr>
            <a:picLocks noChangeAspect="1" noChangeArrowheads="1"/>
          </p:cNvPicPr>
          <p:nvPr/>
        </p:nvPicPr>
        <p:blipFill>
          <a:blip r:embed="rId2" cstate="print"/>
          <a:srcRect/>
          <a:stretch>
            <a:fillRect/>
          </a:stretch>
        </p:blipFill>
        <p:spPr>
          <a:xfrm>
            <a:off x="1207008" y="1158240"/>
            <a:ext cx="2936367" cy="3262551"/>
          </a:xfrm>
          <a:prstGeom prst="rect">
            <a:avLst/>
          </a:prstGeom>
          <a:noFill/>
          <a:ln/>
        </p:spPr>
      </p:pic>
      <p:pic>
        <p:nvPicPr>
          <p:cNvPr id="5" name="Picture 7" descr="RaidII "/>
          <p:cNvPicPr>
            <a:picLocks noChangeAspect="1" noChangeArrowheads="1"/>
          </p:cNvPicPr>
          <p:nvPr/>
        </p:nvPicPr>
        <p:blipFill>
          <a:blip r:embed="rId3" cstate="print"/>
          <a:srcRect/>
          <a:stretch>
            <a:fillRect/>
          </a:stretch>
        </p:blipFill>
        <p:spPr>
          <a:xfrm>
            <a:off x="5000624" y="1158240"/>
            <a:ext cx="2814448" cy="3262551"/>
          </a:xfrm>
          <a:prstGeom prst="rect">
            <a:avLst/>
          </a:prstGeom>
          <a:noFill/>
          <a:ln/>
        </p:spPr>
      </p:pic>
      <p:sp>
        <p:nvSpPr>
          <p:cNvPr id="6" name="Rectangle 5"/>
          <p:cNvSpPr/>
          <p:nvPr/>
        </p:nvSpPr>
        <p:spPr>
          <a:xfrm>
            <a:off x="1673955" y="4530852"/>
            <a:ext cx="2002471" cy="400110"/>
          </a:xfrm>
          <a:prstGeom prst="rect">
            <a:avLst/>
          </a:prstGeom>
        </p:spPr>
        <p:txBody>
          <a:bodyPr wrap="none">
            <a:spAutoFit/>
          </a:bodyPr>
          <a:lstStyle/>
          <a:p>
            <a:r>
              <a:rPr lang="sv-SE" sz="2000" dirty="0">
                <a:solidFill>
                  <a:schemeClr val="bg2"/>
                </a:solidFill>
                <a:latin typeface="Calibri" panose="020F0502020204030204" pitchFamily="34" charset="0"/>
                <a:ea typeface="Calibri" panose="020F0502020204030204" pitchFamily="34" charset="0"/>
                <a:cs typeface="Calibri" panose="020F0502020204030204" pitchFamily="34" charset="0"/>
              </a:rPr>
              <a:t>First RAID system</a:t>
            </a:r>
            <a:endPar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p:sp>
        <p:nvSpPr>
          <p:cNvPr id="7" name="Rectangle 6"/>
          <p:cNvSpPr/>
          <p:nvPr/>
        </p:nvSpPr>
        <p:spPr>
          <a:xfrm>
            <a:off x="5253228" y="4514850"/>
            <a:ext cx="2343911" cy="400110"/>
          </a:xfrm>
          <a:prstGeom prst="rect">
            <a:avLst/>
          </a:prstGeom>
        </p:spPr>
        <p:txBody>
          <a:bodyPr wrap="none">
            <a:spAutoFit/>
          </a:bodyPr>
          <a:lstStyle/>
          <a:p>
            <a:pPr>
              <a:spcBef>
                <a:spcPct val="50000"/>
              </a:spcBef>
            </a:pPr>
            <a:r>
              <a:rPr lang="sv-SE" sz="2000" dirty="0">
                <a:solidFill>
                  <a:schemeClr val="bg2"/>
                </a:solidFill>
                <a:latin typeface="Calibri" panose="020F0502020204030204" pitchFamily="34" charset="0"/>
                <a:ea typeface="Calibri" panose="020F0502020204030204" pitchFamily="34" charset="0"/>
                <a:cs typeface="Calibri" panose="020F0502020204030204" pitchFamily="34" charset="0"/>
              </a:rPr>
              <a:t>Second RAID system</a:t>
            </a:r>
            <a:r>
              <a:rPr lang="sv-SE" sz="1050" dirty="0"/>
              <a:t>.</a:t>
            </a:r>
          </a:p>
        </p:txBody>
      </p:sp>
      <p:pic>
        <p:nvPicPr>
          <p:cNvPr id="3" name="Picture 2" descr="A red rectangular sign with a logo and a globe&#10;&#10;AI-generated content may be incorrect.">
            <a:extLst>
              <a:ext uri="{FF2B5EF4-FFF2-40B4-BE49-F238E27FC236}">
                <a16:creationId xmlns:a16="http://schemas.microsoft.com/office/drawing/2014/main" id="{F730089A-3819-5F2E-9836-7D6D2601C06D}"/>
              </a:ext>
            </a:extLst>
          </p:cNvPr>
          <p:cNvPicPr>
            <a:picLocks noChangeAspect="1"/>
          </p:cNvPicPr>
          <p:nvPr/>
        </p:nvPicPr>
        <p:blipFill>
          <a:blip r:embed="rId4"/>
          <a:stretch>
            <a:fillRect/>
          </a:stretch>
        </p:blipFill>
        <p:spPr>
          <a:xfrm>
            <a:off x="30906" y="22034"/>
            <a:ext cx="652311" cy="1048954"/>
          </a:xfrm>
          <a:prstGeom prst="rect">
            <a:avLst/>
          </a:prstGeom>
        </p:spPr>
      </p:pic>
    </p:spTree>
    <p:extLst>
      <p:ext uri="{BB962C8B-B14F-4D97-AF65-F5344CB8AC3E}">
        <p14:creationId xmlns:p14="http://schemas.microsoft.com/office/powerpoint/2010/main" val="15943302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0069C43-A6C1-2A5A-FF86-50FF7E8322D5}"/>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28E7EC62-47A6-0446-A91D-ECD79632D1B7}"/>
              </a:ext>
            </a:extLst>
          </p:cNvPr>
          <p:cNvGrpSpPr/>
          <p:nvPr/>
        </p:nvGrpSpPr>
        <p:grpSpPr>
          <a:xfrm>
            <a:off x="736270" y="218172"/>
            <a:ext cx="8288976" cy="444600"/>
            <a:chOff x="0" y="6299"/>
            <a:chExt cx="5580934" cy="444600"/>
          </a:xfrm>
          <a:noFill/>
        </p:grpSpPr>
        <p:sp>
          <p:nvSpPr>
            <p:cNvPr id="109" name="Google Shape;109;p2">
              <a:extLst>
                <a:ext uri="{FF2B5EF4-FFF2-40B4-BE49-F238E27FC236}">
                  <a16:creationId xmlns:a16="http://schemas.microsoft.com/office/drawing/2014/main" id="{C4C941DB-8239-E100-09AC-A9EFDD199765}"/>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76925805-914E-BA70-5D3C-8341ECCFCA44}"/>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Summary of the Lecture</a:t>
              </a:r>
            </a:p>
          </p:txBody>
        </p:sp>
      </p:grpSp>
      <p:sp>
        <p:nvSpPr>
          <p:cNvPr id="111" name="Google Shape;111;p2">
            <a:extLst>
              <a:ext uri="{FF2B5EF4-FFF2-40B4-BE49-F238E27FC236}">
                <a16:creationId xmlns:a16="http://schemas.microsoft.com/office/drawing/2014/main" id="{DA8A9E1A-C5D3-C012-9EAF-104944754B4B}"/>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7236E5DA-9E06-549D-5812-74E977916B8D}"/>
              </a:ext>
            </a:extLst>
          </p:cNvPr>
          <p:cNvSpPr txBox="1"/>
          <p:nvPr/>
        </p:nvSpPr>
        <p:spPr>
          <a:xfrm>
            <a:off x="385500" y="684476"/>
            <a:ext cx="8001000" cy="2554545"/>
          </a:xfrm>
          <a:prstGeom prst="rect">
            <a:avLst/>
          </a:prstGeom>
          <a:noFill/>
        </p:spPr>
        <p:txBody>
          <a:bodyPr wrap="square">
            <a:spAutoFit/>
          </a:bodyPr>
          <a:lstStyle/>
          <a:p>
            <a:endPar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endPar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r>
              <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rPr>
              <a:t>This lecture enables the students to understand the concept of RAID, its uses, RAID levels and associated problems.</a:t>
            </a:r>
          </a:p>
        </p:txBody>
      </p:sp>
    </p:spTree>
    <p:extLst>
      <p:ext uri="{BB962C8B-B14F-4D97-AF65-F5344CB8AC3E}">
        <p14:creationId xmlns:p14="http://schemas.microsoft.com/office/powerpoint/2010/main" val="18335662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F1A71372-B014-307D-6154-2C9E638CD11B}"/>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5D0218A6-9BF1-9083-EB88-7F511EEA18C0}"/>
              </a:ext>
            </a:extLst>
          </p:cNvPr>
          <p:cNvGrpSpPr/>
          <p:nvPr/>
        </p:nvGrpSpPr>
        <p:grpSpPr>
          <a:xfrm>
            <a:off x="736270" y="218172"/>
            <a:ext cx="8288976" cy="444600"/>
            <a:chOff x="0" y="6299"/>
            <a:chExt cx="5580934" cy="444600"/>
          </a:xfrm>
          <a:noFill/>
        </p:grpSpPr>
        <p:sp>
          <p:nvSpPr>
            <p:cNvPr id="109" name="Google Shape;109;p2">
              <a:extLst>
                <a:ext uri="{FF2B5EF4-FFF2-40B4-BE49-F238E27FC236}">
                  <a16:creationId xmlns:a16="http://schemas.microsoft.com/office/drawing/2014/main" id="{27463C9E-EE99-A9D7-FCED-1185005F48F1}"/>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37989E15-3DCD-C8F4-3603-7387C0C582C4}"/>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Next Lecture</a:t>
              </a:r>
            </a:p>
          </p:txBody>
        </p:sp>
      </p:grpSp>
      <p:sp>
        <p:nvSpPr>
          <p:cNvPr id="111" name="Google Shape;111;p2">
            <a:extLst>
              <a:ext uri="{FF2B5EF4-FFF2-40B4-BE49-F238E27FC236}">
                <a16:creationId xmlns:a16="http://schemas.microsoft.com/office/drawing/2014/main" id="{021A92BF-2EAE-86ED-1A52-97FD472F5620}"/>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7EC51C08-00CA-303F-88CF-6761C177812F}"/>
              </a:ext>
            </a:extLst>
          </p:cNvPr>
          <p:cNvSpPr txBox="1"/>
          <p:nvPr/>
        </p:nvSpPr>
        <p:spPr>
          <a:xfrm>
            <a:off x="409697" y="1400321"/>
            <a:ext cx="5357119" cy="424691"/>
          </a:xfrm>
          <a:prstGeom prst="rect">
            <a:avLst/>
          </a:prstGeom>
          <a:noFill/>
          <a:ln>
            <a:noFill/>
          </a:ln>
        </p:spPr>
        <p:txBody>
          <a:bodyPr spcFirstLastPara="1" wrap="square" lIns="91425" tIns="45700" rIns="91425" bIns="45700" anchor="t" anchorCtr="0">
            <a:spAutoFit/>
          </a:bodyPr>
          <a:lstStyle/>
          <a:p>
            <a:pPr marL="457200" lvl="0" indent="-457200">
              <a:lnSpc>
                <a:spcPct val="90000"/>
              </a:lnSpc>
              <a:buFont typeface="Arial" panose="020B0604020202020204" pitchFamily="34" charset="0"/>
              <a:buChar char="•"/>
            </a:pPr>
            <a:r>
              <a:rPr lang="en-US" sz="24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File Management</a:t>
            </a:r>
          </a:p>
        </p:txBody>
      </p:sp>
    </p:spTree>
    <p:extLst>
      <p:ext uri="{BB962C8B-B14F-4D97-AF65-F5344CB8AC3E}">
        <p14:creationId xmlns:p14="http://schemas.microsoft.com/office/powerpoint/2010/main" val="19223101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47C300A1-7B53-6552-ABBA-3F137CA3B46B}"/>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A5D6AEC1-5640-DCE4-50AE-F997CDB5FDDC}"/>
              </a:ext>
            </a:extLst>
          </p:cNvPr>
          <p:cNvGrpSpPr/>
          <p:nvPr/>
        </p:nvGrpSpPr>
        <p:grpSpPr>
          <a:xfrm>
            <a:off x="712518" y="218172"/>
            <a:ext cx="8312727" cy="444600"/>
            <a:chOff x="0" y="6299"/>
            <a:chExt cx="5580934" cy="444600"/>
          </a:xfrm>
          <a:noFill/>
        </p:grpSpPr>
        <p:sp>
          <p:nvSpPr>
            <p:cNvPr id="109" name="Google Shape;109;p2">
              <a:extLst>
                <a:ext uri="{FF2B5EF4-FFF2-40B4-BE49-F238E27FC236}">
                  <a16:creationId xmlns:a16="http://schemas.microsoft.com/office/drawing/2014/main" id="{B089B14E-A697-518B-E4F6-86E37CB1CBF6}"/>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1F1EB450-383B-34FC-A32D-A520593AFEFE}"/>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Quiz/ FAQ’s</a:t>
              </a:r>
            </a:p>
          </p:txBody>
        </p:sp>
      </p:grpSp>
      <p:sp>
        <p:nvSpPr>
          <p:cNvPr id="111" name="Google Shape;111;p2">
            <a:extLst>
              <a:ext uri="{FF2B5EF4-FFF2-40B4-BE49-F238E27FC236}">
                <a16:creationId xmlns:a16="http://schemas.microsoft.com/office/drawing/2014/main" id="{157C2678-9C8A-45E5-59B8-138FC81AFA43}"/>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4DF55F0C-72F7-941E-2BA2-C5E73882ADF8}"/>
              </a:ext>
            </a:extLst>
          </p:cNvPr>
          <p:cNvSpPr txBox="1"/>
          <p:nvPr/>
        </p:nvSpPr>
        <p:spPr>
          <a:xfrm>
            <a:off x="712518" y="1196540"/>
            <a:ext cx="7629000" cy="2154436"/>
          </a:xfrm>
          <a:prstGeom prst="rect">
            <a:avLst/>
          </a:prstGeom>
          <a:noFill/>
        </p:spPr>
        <p:txBody>
          <a:bodyPr wrap="square">
            <a:spAutoFit/>
          </a:bodyPr>
          <a:lstStyle/>
          <a:p>
            <a:pPr>
              <a:buNone/>
            </a:pPr>
            <a:r>
              <a:rPr lang="en-US" sz="2000" dirty="0"/>
              <a:t>Q1. Which RAID level provides striping without redundancy?</a:t>
            </a:r>
            <a:br>
              <a:rPr lang="en-US" sz="2000" dirty="0"/>
            </a:br>
            <a:r>
              <a:rPr lang="en-US" sz="2000" dirty="0"/>
              <a:t>A. RAID 0 ⠀ B. RAID 1 ⠀ C. RAID 5 ⠀ D. RAID 6</a:t>
            </a:r>
            <a:br>
              <a:rPr lang="en-US" sz="2000" dirty="0"/>
            </a:br>
            <a:br>
              <a:rPr lang="en-IN" sz="2000" dirty="0">
                <a:solidFill>
                  <a:schemeClr val="bg2"/>
                </a:solidFill>
                <a:latin typeface="Calibri" panose="020F0502020204030204" pitchFamily="34" charset="0"/>
                <a:ea typeface="Calibri" panose="020F0502020204030204" pitchFamily="34" charset="0"/>
                <a:cs typeface="Calibri" panose="020F0502020204030204" pitchFamily="34" charset="0"/>
              </a:rPr>
            </a:br>
            <a:r>
              <a:rPr lang="en-IN" sz="2000" dirty="0">
                <a:solidFill>
                  <a:schemeClr val="bg2"/>
                </a:solidFill>
                <a:latin typeface="Calibri" panose="020F0502020204030204" pitchFamily="34" charset="0"/>
                <a:ea typeface="Calibri" panose="020F0502020204030204" pitchFamily="34" charset="0"/>
                <a:cs typeface="Calibri" panose="020F0502020204030204" pitchFamily="34" charset="0"/>
              </a:rPr>
              <a:t>Q2. </a:t>
            </a:r>
            <a:r>
              <a:rPr lang="en-US" sz="2000" dirty="0"/>
              <a:t>How many simultaneous disk failures can RAID 6 tolerate (without data loss)?</a:t>
            </a:r>
            <a:br>
              <a:rPr lang="en-US" sz="2000" dirty="0"/>
            </a:br>
            <a:r>
              <a:rPr lang="en-US" sz="2000" dirty="0"/>
              <a:t>A. 0 ⠀ B. 1 ⠀ C. 2 ⠀ D. 3</a:t>
            </a:r>
            <a:br>
              <a:rPr lang="en-IN" dirty="0"/>
            </a:br>
            <a:endParaRPr lang="en-IN" dirty="0"/>
          </a:p>
        </p:txBody>
      </p:sp>
    </p:spTree>
    <p:extLst>
      <p:ext uri="{BB962C8B-B14F-4D97-AF65-F5344CB8AC3E}">
        <p14:creationId xmlns:p14="http://schemas.microsoft.com/office/powerpoint/2010/main" val="18383263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E23510B7-C3A2-E27A-3736-0F10336312B0}"/>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78445F02-A161-533C-83C3-5BC21C2F7F4B}"/>
              </a:ext>
            </a:extLst>
          </p:cNvPr>
          <p:cNvGrpSpPr/>
          <p:nvPr/>
        </p:nvGrpSpPr>
        <p:grpSpPr>
          <a:xfrm>
            <a:off x="748144" y="218172"/>
            <a:ext cx="8277101" cy="444600"/>
            <a:chOff x="0" y="6299"/>
            <a:chExt cx="5580934" cy="444600"/>
          </a:xfrm>
          <a:noFill/>
        </p:grpSpPr>
        <p:sp>
          <p:nvSpPr>
            <p:cNvPr id="109" name="Google Shape;109;p2">
              <a:extLst>
                <a:ext uri="{FF2B5EF4-FFF2-40B4-BE49-F238E27FC236}">
                  <a16:creationId xmlns:a16="http://schemas.microsoft.com/office/drawing/2014/main" id="{20A44487-169C-8822-4CE0-BBB62C89DEBF}"/>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67D92D25-44E7-E9BB-697B-B5F6A519F27B}"/>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R</a:t>
              </a: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eferences</a:t>
              </a:r>
            </a:p>
          </p:txBody>
        </p:sp>
      </p:grpSp>
      <p:sp>
        <p:nvSpPr>
          <p:cNvPr id="111" name="Google Shape;111;p2">
            <a:extLst>
              <a:ext uri="{FF2B5EF4-FFF2-40B4-BE49-F238E27FC236}">
                <a16:creationId xmlns:a16="http://schemas.microsoft.com/office/drawing/2014/main" id="{95329CA0-B433-F78D-DDAC-218F49813DA1}"/>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E730872A-040D-2549-AF98-86A7A4840E43}"/>
              </a:ext>
            </a:extLst>
          </p:cNvPr>
          <p:cNvSpPr txBox="1"/>
          <p:nvPr/>
        </p:nvSpPr>
        <p:spPr>
          <a:xfrm>
            <a:off x="83127" y="1101387"/>
            <a:ext cx="8942119" cy="4884374"/>
          </a:xfrm>
          <a:prstGeom prst="rect">
            <a:avLst/>
          </a:prstGeom>
          <a:noFill/>
          <a:ln>
            <a:noFill/>
          </a:ln>
        </p:spPr>
        <p:txBody>
          <a:bodyPr spcFirstLastPara="1" wrap="square" lIns="91425" tIns="45700" rIns="91425" bIns="45700" anchor="t" anchorCtr="0">
            <a:spAutoFit/>
          </a:bodyPr>
          <a:lstStyle/>
          <a:p>
            <a:r>
              <a:rPr lang="en-US" sz="1800" dirty="0">
                <a:solidFill>
                  <a:schemeClr val="bg2"/>
                </a:solidFill>
                <a:latin typeface="Calibri" panose="020F0502020204030204" pitchFamily="34" charset="0"/>
                <a:ea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https://www.includehelp.com/c-programming-questions/</a:t>
            </a:r>
            <a:endParaRPr lang="en-US" sz="18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endParaRPr lang="en-US" sz="18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r>
              <a:rPr lang="en-US" sz="1800" dirty="0">
                <a:solidFill>
                  <a:schemeClr val="bg2"/>
                </a:solidFill>
                <a:latin typeface="Calibri" panose="020F0502020204030204" pitchFamily="34" charset="0"/>
                <a:ea typeface="Calibri" panose="020F0502020204030204" pitchFamily="34" charset="0"/>
                <a:cs typeface="Calibri" panose="020F0502020204030204" pitchFamily="34" charset="0"/>
                <a:hlinkClick r:id="rId4">
                  <a:extLst>
                    <a:ext uri="{A12FA001-AC4F-418D-AE19-62706E023703}">
                      <ahyp:hlinkClr xmlns:ahyp="http://schemas.microsoft.com/office/drawing/2018/hyperlinkcolor" val="tx"/>
                    </a:ext>
                  </a:extLst>
                </a:hlinkClick>
              </a:rPr>
              <a:t>https://www.studytonight.com/operating-system/</a:t>
            </a:r>
            <a:endParaRPr lang="en-US" sz="18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endParaRPr lang="en-US" sz="18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r>
              <a:rPr lang="en-US" sz="1800" u="sng" dirty="0">
                <a:solidFill>
                  <a:schemeClr val="bg2"/>
                </a:solidFill>
                <a:latin typeface="Calibri" panose="020F0502020204030204" pitchFamily="34" charset="0"/>
                <a:ea typeface="Calibri" panose="020F0502020204030204" pitchFamily="34" charset="0"/>
                <a:cs typeface="Calibri" panose="020F0502020204030204" pitchFamily="34" charset="0"/>
                <a:hlinkClick r:id="rId5">
                  <a:extLst>
                    <a:ext uri="{A12FA001-AC4F-418D-AE19-62706E023703}">
                      <ahyp:hlinkClr xmlns:ahyp="http://schemas.microsoft.com/office/drawing/2018/hyperlinkcolor" val="tx"/>
                    </a:ext>
                  </a:extLst>
                </a:hlinkClick>
              </a:rPr>
              <a:t>https://computing.llnl.gov/tutorials/</a:t>
            </a:r>
            <a:endParaRPr lang="en-US" sz="1800" u="sng"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endParaRPr lang="en-US" sz="1800" u="sng"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r>
              <a:rPr lang="en-US" sz="1800" dirty="0">
                <a:solidFill>
                  <a:schemeClr val="bg2"/>
                </a:solidFill>
                <a:latin typeface="Calibri" panose="020F0502020204030204" pitchFamily="34" charset="0"/>
                <a:ea typeface="Calibri" panose="020F0502020204030204" pitchFamily="34" charset="0"/>
                <a:cs typeface="Calibri" panose="020F0502020204030204" pitchFamily="34" charset="0"/>
                <a:hlinkClick r:id="rId6">
                  <a:extLst>
                    <a:ext uri="{A12FA001-AC4F-418D-AE19-62706E023703}">
                      <ahyp:hlinkClr xmlns:ahyp="http://schemas.microsoft.com/office/drawing/2018/hyperlinkcolor" val="tx"/>
                    </a:ext>
                  </a:extLst>
                </a:hlinkClick>
              </a:rPr>
              <a:t>https://www.tutorialspoint.com/operating_system/index.htm#:~:text=An%20operating%20system%20(OS)%20is,software%20in%20a%20computer%20system.</a:t>
            </a:r>
            <a:endParaRPr lang="en-US" sz="18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endParaRPr lang="en-US" sz="1800" u="sng"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r>
              <a:rPr lang="en-US" sz="1800" dirty="0">
                <a:solidFill>
                  <a:schemeClr val="bg2"/>
                </a:solidFill>
                <a:latin typeface="Calibri" panose="020F0502020204030204" pitchFamily="34" charset="0"/>
                <a:ea typeface="Calibri" panose="020F0502020204030204" pitchFamily="34" charset="0"/>
                <a:cs typeface="Calibri" panose="020F0502020204030204" pitchFamily="34" charset="0"/>
                <a:hlinkClick r:id="rId7">
                  <a:extLst>
                    <a:ext uri="{A12FA001-AC4F-418D-AE19-62706E023703}">
                      <ahyp:hlinkClr xmlns:ahyp="http://schemas.microsoft.com/office/drawing/2018/hyperlinkcolor" val="tx"/>
                    </a:ext>
                  </a:extLst>
                </a:hlinkClick>
              </a:rPr>
              <a:t>https://www.javatpoint.com/os-tutorial</a:t>
            </a:r>
            <a:endParaRPr lang="en-US" sz="18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endParaRPr lang="en-US" sz="1800" u="sng"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r>
              <a:rPr lang="en-US" sz="1800" dirty="0">
                <a:solidFill>
                  <a:schemeClr val="bg2"/>
                </a:solidFill>
                <a:latin typeface="Calibri" panose="020F0502020204030204" pitchFamily="34" charset="0"/>
                <a:ea typeface="Calibri" panose="020F0502020204030204" pitchFamily="34" charset="0"/>
                <a:cs typeface="Calibri" panose="020F0502020204030204" pitchFamily="34" charset="0"/>
                <a:hlinkClick r:id="rId8">
                  <a:extLst>
                    <a:ext uri="{A12FA001-AC4F-418D-AE19-62706E023703}">
                      <ahyp:hlinkClr xmlns:ahyp="http://schemas.microsoft.com/office/drawing/2018/hyperlinkcolor" val="tx"/>
                    </a:ext>
                  </a:extLst>
                </a:hlinkClick>
              </a:rPr>
              <a:t>https://www.guru99.com/operating-system-tutorial.html</a:t>
            </a:r>
            <a:endParaRPr lang="en-US" sz="18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r>
              <a:rPr lang="en-US" sz="1800" dirty="0">
                <a:solidFill>
                  <a:schemeClr val="bg2"/>
                </a:solidFill>
                <a:latin typeface="Calibri" panose="020F0502020204030204" pitchFamily="34" charset="0"/>
                <a:ea typeface="Calibri" panose="020F0502020204030204" pitchFamily="34" charset="0"/>
                <a:cs typeface="Calibri" panose="020F0502020204030204" pitchFamily="34" charset="0"/>
                <a:hlinkClick r:id="rId9">
                  <a:extLst>
                    <a:ext uri="{A12FA001-AC4F-418D-AE19-62706E023703}">
                      <ahyp:hlinkClr xmlns:ahyp="http://schemas.microsoft.com/office/drawing/2018/hyperlinkcolor" val="tx"/>
                    </a:ext>
                  </a:extLst>
                </a:hlinkClick>
              </a:rPr>
              <a:t>https://www.geeksforgeeks.org/operating-systems/</a:t>
            </a:r>
            <a:endParaRPr lang="en-US" sz="1800" u="sng"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lvl="0" algn="just">
              <a:lnSpc>
                <a:spcPct val="90000"/>
              </a:lnSpc>
            </a:pPr>
            <a:r>
              <a:rPr lang="en-US" sz="28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a:t>
            </a:r>
          </a:p>
          <a:p>
            <a:pPr marL="0" marR="0" lvl="0" indent="0" algn="just" rtl="0">
              <a:lnSpc>
                <a:spcPct val="90000"/>
              </a:lnSpc>
              <a:spcBef>
                <a:spcPts val="0"/>
              </a:spcBef>
              <a:spcAft>
                <a:spcPts val="0"/>
              </a:spcAft>
              <a:buNone/>
            </a:pPr>
            <a:r>
              <a:rPr lang="en-US" sz="28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a:t>
            </a:r>
          </a:p>
          <a:p>
            <a:pPr marL="0" marR="0" lvl="0" indent="0" algn="just" rtl="0">
              <a:lnSpc>
                <a:spcPct val="90000"/>
              </a:lnSpc>
              <a:spcBef>
                <a:spcPts val="0"/>
              </a:spcBef>
              <a:spcAft>
                <a:spcPts val="0"/>
              </a:spcAft>
              <a:buNone/>
            </a:pPr>
            <a:endParaRPr lang="en-US" sz="30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spTree>
    <p:extLst>
      <p:ext uri="{BB962C8B-B14F-4D97-AF65-F5344CB8AC3E}">
        <p14:creationId xmlns:p14="http://schemas.microsoft.com/office/powerpoint/2010/main" val="22947860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687ED0C6-7719-FB97-ED94-7F5CE38D07A8}"/>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91D700B6-6EB7-B931-A6BA-3293795C4FD6}"/>
              </a:ext>
            </a:extLst>
          </p:cNvPr>
          <p:cNvGrpSpPr/>
          <p:nvPr/>
        </p:nvGrpSpPr>
        <p:grpSpPr>
          <a:xfrm>
            <a:off x="715861" y="-42871"/>
            <a:ext cx="8277101" cy="1217475"/>
            <a:chOff x="0" y="6299"/>
            <a:chExt cx="5580934" cy="1217475"/>
          </a:xfrm>
          <a:noFill/>
        </p:grpSpPr>
        <p:sp>
          <p:nvSpPr>
            <p:cNvPr id="109" name="Google Shape;109;p2">
              <a:extLst>
                <a:ext uri="{FF2B5EF4-FFF2-40B4-BE49-F238E27FC236}">
                  <a16:creationId xmlns:a16="http://schemas.microsoft.com/office/drawing/2014/main" id="{D9F7BC64-7A52-69C2-0340-DEC4747604CB}"/>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DD12C81D-38E2-6BA8-4944-E9161F70F1EA}"/>
                </a:ext>
              </a:extLst>
            </p:cNvPr>
            <p:cNvSpPr txBox="1"/>
            <p:nvPr/>
          </p:nvSpPr>
          <p:spPr>
            <a:xfrm>
              <a:off x="0" y="822582"/>
              <a:ext cx="5537526" cy="401192"/>
            </a:xfrm>
            <a:prstGeom prst="rect">
              <a:avLst/>
            </a:prstGeom>
            <a:grpFill/>
            <a:ln>
              <a:noFill/>
            </a:ln>
          </p:spPr>
          <p:txBody>
            <a:bodyPr spcFirstLastPara="1" wrap="square" lIns="72375" tIns="72375" rIns="72375" bIns="72375" anchor="ctr" anchorCtr="0">
              <a:noAutofit/>
            </a:bodyPr>
            <a:lstStyle/>
            <a:p>
              <a:pPr lvl="0" algn="just">
                <a:lnSpc>
                  <a:spcPct val="90000"/>
                </a:lnSpc>
                <a:buSzPts val="1900"/>
              </a:pPr>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Faculty-curated videos, NPTEL, Coursera, LinkedIn, or other relevant learning resources</a:t>
              </a:r>
            </a:p>
          </p:txBody>
        </p:sp>
      </p:grpSp>
      <p:sp>
        <p:nvSpPr>
          <p:cNvPr id="111" name="Google Shape;111;p2">
            <a:extLst>
              <a:ext uri="{FF2B5EF4-FFF2-40B4-BE49-F238E27FC236}">
                <a16:creationId xmlns:a16="http://schemas.microsoft.com/office/drawing/2014/main" id="{5AD00F48-AF9F-87AF-B3AB-2CA9606A4E8B}"/>
              </a:ext>
            </a:extLst>
          </p:cNvPr>
          <p:cNvSpPr txBox="1">
            <a:spLocks noGrp="1"/>
          </p:cNvSpPr>
          <p:nvPr>
            <p:ph type="body" idx="1"/>
          </p:nvPr>
        </p:nvSpPr>
        <p:spPr>
          <a:xfrm>
            <a:off x="374989" y="1285244"/>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E59C2B9C-619B-7F1D-73C8-04AA5F67C4ED}"/>
              </a:ext>
            </a:extLst>
          </p:cNvPr>
          <p:cNvSpPr txBox="1"/>
          <p:nvPr/>
        </p:nvSpPr>
        <p:spPr>
          <a:xfrm>
            <a:off x="50843" y="1907716"/>
            <a:ext cx="8942119" cy="1643486"/>
          </a:xfrm>
          <a:prstGeom prst="rect">
            <a:avLst/>
          </a:prstGeom>
          <a:noFill/>
          <a:ln>
            <a:noFill/>
          </a:ln>
        </p:spPr>
        <p:txBody>
          <a:bodyPr spcFirstLastPara="1" wrap="square" lIns="91425" tIns="45700" rIns="91425" bIns="45700" anchor="t" anchorCtr="0">
            <a:spAutoFit/>
          </a:bodyPr>
          <a:lstStyle/>
          <a:p>
            <a:pPr marL="457200" lvl="0" indent="-457200" algn="just">
              <a:lnSpc>
                <a:spcPct val="90000"/>
              </a:lnSpc>
              <a:buFont typeface="Arial" panose="020B0604020202020204" pitchFamily="34" charset="0"/>
              <a:buChar char="•"/>
            </a:pPr>
            <a:r>
              <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https://nptel.ac.in/courses/106105214</a:t>
            </a: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r>
              <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rPr>
              <a:t>https://www.linkedin.com/learning/iot-foundations-operating-systems-fundamentals-2018</a:t>
            </a:r>
            <a:endParaRPr lang="en-US" sz="2800" b="0" i="0"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a:p>
            <a:pPr marR="0" lvl="0" algn="just" rtl="0">
              <a:lnSpc>
                <a:spcPct val="90000"/>
              </a:lnSpc>
              <a:spcBef>
                <a:spcPts val="0"/>
              </a:spcBef>
              <a:spcAft>
                <a:spcPts val="0"/>
              </a:spcAft>
            </a:pPr>
            <a:endParaRPr lang="en-US" sz="28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spTree>
    <p:extLst>
      <p:ext uri="{BB962C8B-B14F-4D97-AF65-F5344CB8AC3E}">
        <p14:creationId xmlns:p14="http://schemas.microsoft.com/office/powerpoint/2010/main" val="32888665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6F26A9A-51A8-DA0C-152B-AD37E9CEC489}"/>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A2A21673-0A1D-F07A-5F4A-24C8EDC3204D}"/>
              </a:ext>
            </a:extLst>
          </p:cNvPr>
          <p:cNvGrpSpPr/>
          <p:nvPr/>
        </p:nvGrpSpPr>
        <p:grpSpPr>
          <a:xfrm>
            <a:off x="712518" y="218172"/>
            <a:ext cx="8312727" cy="444600"/>
            <a:chOff x="0" y="6299"/>
            <a:chExt cx="5580934" cy="444600"/>
          </a:xfrm>
          <a:noFill/>
        </p:grpSpPr>
        <p:sp>
          <p:nvSpPr>
            <p:cNvPr id="109" name="Google Shape;109;p2">
              <a:extLst>
                <a:ext uri="{FF2B5EF4-FFF2-40B4-BE49-F238E27FC236}">
                  <a16:creationId xmlns:a16="http://schemas.microsoft.com/office/drawing/2014/main" id="{D38799F9-4E43-3EC1-B502-26CB35DA3A64}"/>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1167C827-DCC4-87E3-24C7-4E2CCEE8F404}"/>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Class-Wise </a:t>
              </a:r>
              <a:r>
                <a:rPr lang="en-IN" sz="4000" b="1" dirty="0">
                  <a:solidFill>
                    <a:schemeClr val="bg2"/>
                  </a:solidFill>
                  <a:latin typeface="Calibri" panose="020F0502020204030204" pitchFamily="34" charset="0"/>
                  <a:ea typeface="Calibri" panose="020F0502020204030204" pitchFamily="34" charset="0"/>
                  <a:cs typeface="Calibri" panose="020F0502020204030204" pitchFamily="34" charset="0"/>
                </a:rPr>
                <a:t>Feedback</a:t>
              </a: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1" name="Google Shape;111;p2">
            <a:extLst>
              <a:ext uri="{FF2B5EF4-FFF2-40B4-BE49-F238E27FC236}">
                <a16:creationId xmlns:a16="http://schemas.microsoft.com/office/drawing/2014/main" id="{BD6EBDB1-8664-1692-8A39-12350449E110}"/>
              </a:ext>
            </a:extLst>
          </p:cNvPr>
          <p:cNvSpPr txBox="1">
            <a:spLocks noGrp="1"/>
          </p:cNvSpPr>
          <p:nvPr>
            <p:ph type="body" idx="1"/>
          </p:nvPr>
        </p:nvSpPr>
        <p:spPr>
          <a:xfrm>
            <a:off x="-315311" y="1117226"/>
            <a:ext cx="9459311" cy="2655989"/>
          </a:xfrm>
          <a:prstGeom prst="rect">
            <a:avLst/>
          </a:prstGeom>
          <a:noFill/>
          <a:ln>
            <a:noFill/>
          </a:ln>
        </p:spPr>
        <p:txBody>
          <a:bodyPr spcFirstLastPara="1" wrap="square" lIns="91425" tIns="45700" rIns="91425" bIns="45700" anchor="t" anchorCtr="0">
            <a:normAutofit fontScale="92500" lnSpcReduction="20000"/>
          </a:bodyPr>
          <a:lstStyle/>
          <a:p>
            <a:pPr marL="342900" indent="-342900" algn="just">
              <a:lnSpc>
                <a:spcPct val="100000"/>
              </a:lnSpc>
              <a:spcBef>
                <a:spcPts val="0"/>
              </a:spcBef>
              <a:buNone/>
            </a:pPr>
            <a:r>
              <a:rPr lang="en-US" sz="2600" b="0" i="0" u="none" strike="noStrike" cap="none" dirty="0">
                <a:solidFill>
                  <a:schemeClr val="bg2"/>
                </a:solidFill>
                <a:latin typeface="Calibri" panose="020F0502020204030204" pitchFamily="34" charset="0"/>
                <a:ea typeface="Times New Roman"/>
                <a:cs typeface="Calibri" panose="020F0502020204030204" pitchFamily="34" charset="0"/>
                <a:sym typeface="Times New Roman"/>
              </a:rPr>
              <a:t> 	</a:t>
            </a:r>
            <a:r>
              <a:rPr lang="en-US" sz="3000" dirty="0">
                <a:solidFill>
                  <a:schemeClr val="bg2"/>
                </a:solidFill>
                <a:latin typeface="Calibri" panose="020F0502020204030204" pitchFamily="34" charset="0"/>
                <a:ea typeface="Calibri" panose="020F0502020204030204" pitchFamily="34" charset="0"/>
                <a:cs typeface="Calibri" panose="020F0502020204030204" pitchFamily="34" charset="0"/>
              </a:rPr>
              <a:t>Faculty members are encouraged to generate a class specific QR code at the end of each session to collect brief student feedback. This can support self-reflection, improve teaching practices, and allow students to share insights, suggestions, or concerns anonymously.</a:t>
            </a:r>
            <a:endParaRPr lang="en-US" sz="3000"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a:p>
            <a:pPr marL="342900" marR="0" lvl="0" indent="-342900" algn="just" rtl="0">
              <a:lnSpc>
                <a:spcPct val="100000"/>
              </a:lnSpc>
              <a:spcBef>
                <a:spcPts val="0"/>
              </a:spcBef>
              <a:spcAft>
                <a:spcPts val="0"/>
              </a:spcAft>
              <a:buClr>
                <a:schemeClr val="dk1"/>
              </a:buClr>
              <a:buSzPts val="2400"/>
              <a:buFont typeface="Arial"/>
              <a:buNone/>
            </a:pP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2179637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A55AB18-D4CA-00FD-9048-6518AF6BFBD1}"/>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F1900A86-A15B-28B5-54CA-49F17AC3B9FE}"/>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11F095B4-BE95-F6C7-73C0-ED3F8AB0372C}"/>
              </a:ext>
            </a:extLst>
          </p:cNvPr>
          <p:cNvSpPr txBox="1"/>
          <p:nvPr/>
        </p:nvSpPr>
        <p:spPr>
          <a:xfrm>
            <a:off x="385500" y="2170166"/>
            <a:ext cx="8471559" cy="1200288"/>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None/>
            </a:pPr>
            <a:r>
              <a:rPr lang="en-US" sz="8000" b="1" u="none" strike="noStrike" cap="none" dirty="0">
                <a:solidFill>
                  <a:srgbClr val="FF0000"/>
                </a:solidFill>
                <a:latin typeface="Vladimir Script" panose="03050402040407070305" pitchFamily="66" charset="0"/>
                <a:ea typeface="Calibri" panose="020F0502020204030204" pitchFamily="34" charset="0"/>
                <a:cs typeface="Calibri" panose="020F0502020204030204" pitchFamily="34" charset="0"/>
                <a:sym typeface="Arial"/>
              </a:rPr>
              <a:t>Thank You</a:t>
            </a:r>
          </a:p>
        </p:txBody>
      </p:sp>
      <p:sp>
        <p:nvSpPr>
          <p:cNvPr id="3" name="TextBox 2">
            <a:extLst>
              <a:ext uri="{FF2B5EF4-FFF2-40B4-BE49-F238E27FC236}">
                <a16:creationId xmlns:a16="http://schemas.microsoft.com/office/drawing/2014/main" id="{B12A2976-DC1D-EB73-7C31-7FA517DF4948}"/>
              </a:ext>
            </a:extLst>
          </p:cNvPr>
          <p:cNvSpPr txBox="1"/>
          <p:nvPr/>
        </p:nvSpPr>
        <p:spPr>
          <a:xfrm>
            <a:off x="385500" y="3948192"/>
            <a:ext cx="4572000" cy="707886"/>
          </a:xfrm>
          <a:prstGeom prst="rect">
            <a:avLst/>
          </a:prstGeom>
          <a:noFill/>
        </p:spPr>
        <p:txBody>
          <a:bodyPr wrap="square">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For queries</a:t>
            </a:r>
          </a:p>
          <a:p>
            <a:r>
              <a:rPr lang="en-US" sz="2000" dirty="0">
                <a:latin typeface="Calibri" panose="020F0502020204030204" pitchFamily="34" charset="0"/>
                <a:ea typeface="Calibri" panose="020F0502020204030204" pitchFamily="34" charset="0"/>
                <a:cs typeface="Calibri" panose="020F0502020204030204" pitchFamily="34" charset="0"/>
              </a:rPr>
              <a:t>Email: anu.e12329@cumail.in</a:t>
            </a:r>
          </a:p>
        </p:txBody>
      </p:sp>
    </p:spTree>
    <p:extLst>
      <p:ext uri="{BB962C8B-B14F-4D97-AF65-F5344CB8AC3E}">
        <p14:creationId xmlns:p14="http://schemas.microsoft.com/office/powerpoint/2010/main" val="1786127203"/>
      </p:ext>
    </p:extLst>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6057</TotalTime>
  <Words>1015</Words>
  <Application>Microsoft Office PowerPoint</Application>
  <PresentationFormat>On-screen Show (16:9)</PresentationFormat>
  <Paragraphs>95</Paragraphs>
  <Slides>19</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Arial</vt:lpstr>
      <vt:lpstr>Arial Black</vt:lpstr>
      <vt:lpstr>Calibri</vt:lpstr>
      <vt:lpstr>Cambria</vt:lpstr>
      <vt:lpstr>Lato</vt:lpstr>
      <vt:lpstr>Times</vt:lpstr>
      <vt:lpstr>Times New Roman</vt:lpstr>
      <vt:lpstr>Vladimir Script</vt:lpstr>
      <vt:lpstr>Streamline</vt:lpstr>
      <vt:lpstr>PowerPoint Presentation</vt:lpstr>
      <vt:lpstr>PowerPoint Presentation</vt:lpstr>
      <vt:lpstr>RAID 1</vt:lpstr>
      <vt:lpstr>MIRRORING</vt:lpstr>
      <vt:lpstr>RAID 2</vt:lpstr>
      <vt:lpstr>RAID 3</vt:lpstr>
      <vt:lpstr>RAID 4</vt:lpstr>
      <vt:lpstr>RAID 5</vt:lpstr>
      <vt:lpstr>RAID 5</vt:lpstr>
      <vt:lpstr>RAID 6</vt:lpstr>
      <vt:lpstr>PowerPoint Presentation</vt:lpstr>
      <vt:lpstr>RAID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sony</dc:creator>
  <cp:lastModifiedBy>Anu Kaushik</cp:lastModifiedBy>
  <cp:revision>117</cp:revision>
  <dcterms:modified xsi:type="dcterms:W3CDTF">2026-03-21T17:43:17Z</dcterms:modified>
</cp:coreProperties>
</file>